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7D22D-7A3E-A3B6-294B-41E569E0C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8CA2B-317C-2AD2-A537-E3F31F4C3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80999-350F-03BB-460A-0A21BB8F1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BE50F-FACD-99C4-6440-C4D0C837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F5ECA-7ECD-ADFE-F4B9-AADB2947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059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74E3-CF76-1553-60BE-5420779B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0E10B-C41E-C969-510A-8B3637D7D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C34A0-8579-AED9-ACEA-131C3BF6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E2210-1C2F-0F00-4C78-E6283D01E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FB82C-7D80-4540-4C40-9B94CDFB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00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EC1E-1A36-487A-5110-238ADACB7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AB53B-EC82-E2EE-2037-612505EF5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AF8D5-A678-2AD8-96BA-03036246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EAE37-E301-302E-CABA-63E9A0979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6A136-124A-BBE9-91FA-023F77E6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13E8-802A-1329-956C-079B7091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42032-BDF7-5FA0-94BE-4AA86F9C9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2919F-2E48-1207-6313-6B6F3140C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AB1A0-3397-06EC-F7D6-A646D2E1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53AD1-3B65-1C67-EF82-A5429C28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16919-722A-924D-2258-F688E638C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71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4FD8F-76B0-484E-75E1-FB8EBDC02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81F1A-67F3-6C87-29E3-22D517E9B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00E47-3831-13AF-8FEE-33D2A9039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92E5D-B046-1299-CACA-116A97C02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B34B6-EF5A-51D6-DFC1-1D4564997A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A5AB5F-89F6-D07D-6C74-9F5368A0F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AE2BC-C49E-C844-6A53-F96B3975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6C7715-6E02-B641-B278-4A5E2A82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483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BA16-2FFD-F21F-D6D9-CBDD1A46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A56379-7F73-187F-092B-2168A13D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07FCE-8221-61CC-7D02-784DDF38B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5A22B-B472-A609-B2BD-7A592B7F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731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0467E8-07DD-08C0-3208-328AF8D1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04903-C4DB-F576-4BF9-2A71B06B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30D38-EAC8-9ABB-C5C2-3D2DB036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87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87FE-B894-31DA-B4AA-8E094106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AECD9-A922-93D2-7D83-7A77B0B5F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990E3-FD76-3EBB-4B97-4008A37AC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9E199-39DA-6D36-4B08-40BFEB71F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25CEC-C7CF-4514-0F15-393DE2AC0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A4B47-C660-9C5A-17B9-8B9CC97F4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13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A7C2F-23C4-F24A-AA07-26219E41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372238-E59C-2C9A-5CD4-09CA71729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FEE08-10D3-C04C-CE70-F5EDEDB12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DF4EE-D144-72CA-3B23-5A8693E6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8D1AD-65C6-7AB5-51CD-35861FEF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CDC69-08FC-9833-536A-9D667D81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42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C97A4-746C-F521-4CFC-09DC3369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FF35C-0EFC-D7FC-FD7C-1E88BB895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D7895-BBB7-13A8-9F7D-A782B65D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B64EB-DCDC-2D35-2E24-D7D7138DE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57F4D-EC43-4638-D723-39D7838B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456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0AEAB5-CDCB-13EF-120B-BAF712FA3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19062-283B-DFB7-7A9A-74DEAC0FB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D7A7D-A612-9842-67A6-D7D3DE3FE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BB529-8E81-7E0E-C8C5-90336C1B5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AF55C-5369-55A9-2C79-1EAB727E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29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A49E86-5067-FE47-1325-F6AB26B8D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BAC2E-1C65-C4CD-D98A-53BB5B4D5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6CBC5-B0BB-7454-E4A8-7C3A2433D5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0080A-9BEC-40E3-B096-0176061DED4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159F5-CE3E-6C5A-E251-03394B4DE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F5DD9-A71B-1E0D-DC20-A1E4C48D6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1844B-8639-4F9B-AC60-F7D336BA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64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6">
            <a:extLst>
              <a:ext uri="{FF2B5EF4-FFF2-40B4-BE49-F238E27FC236}">
                <a16:creationId xmlns:a16="http://schemas.microsoft.com/office/drawing/2014/main" id="{F5C36B11-49FD-5EA1-9C68-83480DC65F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67" y="310924"/>
            <a:ext cx="11125200" cy="9318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A73492-386F-BAC5-F434-5F321277E4E5}"/>
              </a:ext>
            </a:extLst>
          </p:cNvPr>
          <p:cNvSpPr txBox="1"/>
          <p:nvPr/>
        </p:nvSpPr>
        <p:spPr>
          <a:xfrm>
            <a:off x="1828801" y="2245268"/>
            <a:ext cx="86698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Browser Navigation Using Stack (ADT)</a:t>
            </a:r>
          </a:p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CSA0305 – DATA STRUCTURES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CD2A5-9C9A-F3BB-D067-851EAC0462FF}"/>
              </a:ext>
            </a:extLst>
          </p:cNvPr>
          <p:cNvSpPr txBox="1"/>
          <p:nvPr/>
        </p:nvSpPr>
        <p:spPr>
          <a:xfrm>
            <a:off x="8475133" y="4478867"/>
            <a:ext cx="269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 BY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RAGUL .M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192524066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1EF881-98C3-99FC-B7FA-DDA112A4DC74}"/>
              </a:ext>
            </a:extLst>
          </p:cNvPr>
          <p:cNvSpPr txBox="1"/>
          <p:nvPr/>
        </p:nvSpPr>
        <p:spPr>
          <a:xfrm>
            <a:off x="643467" y="4673600"/>
            <a:ext cx="287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 BY </a:t>
            </a:r>
          </a:p>
          <a:p>
            <a:r>
              <a:rPr lang="en-US" dirty="0"/>
              <a:t>         Dr. UMA PRIYADARSINI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13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85F89-3CD0-DB75-EC4C-85A480D0E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6">
            <a:extLst>
              <a:ext uri="{FF2B5EF4-FFF2-40B4-BE49-F238E27FC236}">
                <a16:creationId xmlns:a16="http://schemas.microsoft.com/office/drawing/2014/main" id="{11669ACA-1FED-91E8-59F3-63F13AC152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67" y="310924"/>
            <a:ext cx="11125200" cy="9318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5EDCBA-6FA4-E57E-2136-8046123825CF}"/>
              </a:ext>
            </a:extLst>
          </p:cNvPr>
          <p:cNvSpPr txBox="1"/>
          <p:nvPr/>
        </p:nvSpPr>
        <p:spPr>
          <a:xfrm>
            <a:off x="431800" y="2327254"/>
            <a:ext cx="115908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Stack?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a linear data structure.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the LIFO (Last In, First Out) principle.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visited webpage is the first one returned when the Back button is pressed.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used: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– Store newly visited webpage.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– Remove current webpage while going back.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 – Display current webpage.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7D77B6-374A-35F7-73D5-9C7E5C387647}"/>
              </a:ext>
            </a:extLst>
          </p:cNvPr>
          <p:cNvSpPr/>
          <p:nvPr/>
        </p:nvSpPr>
        <p:spPr>
          <a:xfrm>
            <a:off x="1303867" y="5444067"/>
            <a:ext cx="973666" cy="24553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85FBB8-3E6D-76D3-EAAF-32D2C27A560D}"/>
              </a:ext>
            </a:extLst>
          </p:cNvPr>
          <p:cNvSpPr/>
          <p:nvPr/>
        </p:nvSpPr>
        <p:spPr>
          <a:xfrm>
            <a:off x="5566834" y="5473700"/>
            <a:ext cx="973666" cy="24553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FBC4DF-F96B-75E6-F480-6E725526866F}"/>
              </a:ext>
            </a:extLst>
          </p:cNvPr>
          <p:cNvSpPr/>
          <p:nvPr/>
        </p:nvSpPr>
        <p:spPr>
          <a:xfrm>
            <a:off x="4072467" y="5484940"/>
            <a:ext cx="973666" cy="24553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898D93D-CC4F-4145-1B5E-CB18DDA858AF}"/>
              </a:ext>
            </a:extLst>
          </p:cNvPr>
          <p:cNvSpPr/>
          <p:nvPr/>
        </p:nvSpPr>
        <p:spPr>
          <a:xfrm>
            <a:off x="2734733" y="5459540"/>
            <a:ext cx="973666" cy="24553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7243EB-F79A-1E36-5647-E9FCBCD63528}"/>
              </a:ext>
            </a:extLst>
          </p:cNvPr>
          <p:cNvSpPr/>
          <p:nvPr/>
        </p:nvSpPr>
        <p:spPr>
          <a:xfrm>
            <a:off x="5609167" y="6157113"/>
            <a:ext cx="973666" cy="24553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2E615C5-F4CF-AB51-E5CD-947DC12FF888}"/>
              </a:ext>
            </a:extLst>
          </p:cNvPr>
          <p:cNvSpPr/>
          <p:nvPr/>
        </p:nvSpPr>
        <p:spPr>
          <a:xfrm>
            <a:off x="1291167" y="6162807"/>
            <a:ext cx="973666" cy="24553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9D28F7B-39AD-9A52-3250-AF39D6761D00}"/>
              </a:ext>
            </a:extLst>
          </p:cNvPr>
          <p:cNvSpPr/>
          <p:nvPr/>
        </p:nvSpPr>
        <p:spPr>
          <a:xfrm>
            <a:off x="2734733" y="6138720"/>
            <a:ext cx="973666" cy="24553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23E6B26-1739-852C-75BB-4F622C6AD7BB}"/>
              </a:ext>
            </a:extLst>
          </p:cNvPr>
          <p:cNvSpPr/>
          <p:nvPr/>
        </p:nvSpPr>
        <p:spPr>
          <a:xfrm>
            <a:off x="4165601" y="6138719"/>
            <a:ext cx="973666" cy="24553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411806B-4C10-14CC-65C6-F1FC7BB41D3B}"/>
              </a:ext>
            </a:extLst>
          </p:cNvPr>
          <p:cNvCxnSpPr>
            <a:stCxn id="7" idx="3"/>
            <a:endCxn id="19" idx="1"/>
          </p:cNvCxnSpPr>
          <p:nvPr/>
        </p:nvCxnSpPr>
        <p:spPr>
          <a:xfrm>
            <a:off x="2277533" y="5566834"/>
            <a:ext cx="457200" cy="15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6895A1C-C7EB-A587-B9A2-4A82D1094567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3708399" y="5607707"/>
            <a:ext cx="364068" cy="4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934005-FBB6-BF55-6034-1F40AEB241E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046133" y="5596467"/>
            <a:ext cx="520701" cy="147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D72C419-1487-D28D-566D-1B63E09465FF}"/>
              </a:ext>
            </a:extLst>
          </p:cNvPr>
          <p:cNvCxnSpPr/>
          <p:nvPr/>
        </p:nvCxnSpPr>
        <p:spPr>
          <a:xfrm>
            <a:off x="2264833" y="6292580"/>
            <a:ext cx="457200" cy="15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3E2451C-B79F-2541-FC5D-153A1D9D0765}"/>
              </a:ext>
            </a:extLst>
          </p:cNvPr>
          <p:cNvCxnSpPr/>
          <p:nvPr/>
        </p:nvCxnSpPr>
        <p:spPr>
          <a:xfrm>
            <a:off x="3699933" y="6278223"/>
            <a:ext cx="457200" cy="15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D627E9D-88E2-4FD5-AAFC-BF9075920AB3}"/>
              </a:ext>
            </a:extLst>
          </p:cNvPr>
          <p:cNvCxnSpPr>
            <a:cxnSpLocks/>
            <a:stCxn id="31" idx="3"/>
            <a:endCxn id="25" idx="1"/>
          </p:cNvCxnSpPr>
          <p:nvPr/>
        </p:nvCxnSpPr>
        <p:spPr>
          <a:xfrm>
            <a:off x="5139267" y="6261486"/>
            <a:ext cx="469900" cy="18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9475DBE-89F5-FE9C-0946-3E0B626C70F6}"/>
              </a:ext>
            </a:extLst>
          </p:cNvPr>
          <p:cNvSpPr txBox="1"/>
          <p:nvPr/>
        </p:nvSpPr>
        <p:spPr>
          <a:xfrm>
            <a:off x="491067" y="1608667"/>
            <a:ext cx="238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479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C7D1F-AA27-D316-8F55-E14DB6CE1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6">
            <a:extLst>
              <a:ext uri="{FF2B5EF4-FFF2-40B4-BE49-F238E27FC236}">
                <a16:creationId xmlns:a16="http://schemas.microsoft.com/office/drawing/2014/main" id="{9C512D01-3F18-D0BE-4F34-D57267ED4E8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67" y="310924"/>
            <a:ext cx="11125200" cy="9318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26FF54-649F-D2DD-6617-5585B0AACA58}"/>
              </a:ext>
            </a:extLst>
          </p:cNvPr>
          <p:cNvSpPr txBox="1"/>
          <p:nvPr/>
        </p:nvSpPr>
        <p:spPr>
          <a:xfrm>
            <a:off x="821267" y="1956137"/>
            <a:ext cx="6096000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/ Algorithm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opens a webpage.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pushes the page into the stack.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new page is pushed on top.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Back button is clicked, the top page is popped.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displays the previous page</a:t>
            </a:r>
          </a:p>
        </p:txBody>
      </p:sp>
    </p:spTree>
    <p:extLst>
      <p:ext uri="{BB962C8B-B14F-4D97-AF65-F5344CB8AC3E}">
        <p14:creationId xmlns:p14="http://schemas.microsoft.com/office/powerpoint/2010/main" val="130139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374B-C047-9131-9BC0-79F3CDD7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6">
            <a:extLst>
              <a:ext uri="{FF2B5EF4-FFF2-40B4-BE49-F238E27FC236}">
                <a16:creationId xmlns:a16="http://schemas.microsoft.com/office/drawing/2014/main" id="{A8072E55-A7AF-A3E2-087A-B039ABF0C7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67" y="310924"/>
            <a:ext cx="11125200" cy="9318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65CB9D-5A5F-6F21-DBAF-86846AEEB52E}"/>
              </a:ext>
            </a:extLst>
          </p:cNvPr>
          <p:cNvSpPr txBox="1"/>
          <p:nvPr/>
        </p:nvSpPr>
        <p:spPr>
          <a:xfrm>
            <a:off x="745067" y="1668271"/>
            <a:ext cx="6096000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Performance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is Suitable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insertion and deletion.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implementation.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memory usage.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Back navigation.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Chrome, Firefox, Edge, and other browsers</a:t>
            </a:r>
          </a:p>
        </p:txBody>
      </p:sp>
    </p:spTree>
    <p:extLst>
      <p:ext uri="{BB962C8B-B14F-4D97-AF65-F5344CB8AC3E}">
        <p14:creationId xmlns:p14="http://schemas.microsoft.com/office/powerpoint/2010/main" val="257848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ECA33-A54F-C7DE-A2AA-ED3E006EF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6">
            <a:extLst>
              <a:ext uri="{FF2B5EF4-FFF2-40B4-BE49-F238E27FC236}">
                <a16:creationId xmlns:a16="http://schemas.microsoft.com/office/drawing/2014/main" id="{1974E8C4-B7A3-F6DB-D1D1-D685D1ED151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067" y="310924"/>
            <a:ext cx="11125200" cy="9318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7228B8-B306-6416-90C8-9A29CB808ADE}"/>
              </a:ext>
            </a:extLst>
          </p:cNvPr>
          <p:cNvSpPr txBox="1"/>
          <p:nvPr/>
        </p:nvSpPr>
        <p:spPr>
          <a:xfrm>
            <a:off x="1016000" y="2074672"/>
            <a:ext cx="6096000" cy="3608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the most suitable ADT for browser Back navigation.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perfectly matches browser history behavior.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and Pop operations take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time (O(1))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fast performance.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improves browsing efficiency and provides a smooth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781529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C6AD-F84A-A7C4-D823-07602F09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4B1B3C-CA57-7D6D-6B2C-DD7409E91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67" y="1559453"/>
            <a:ext cx="5867400" cy="3300413"/>
          </a:xfrm>
          <a:prstGeom prst="rect">
            <a:avLst/>
          </a:prstGeom>
        </p:spPr>
      </p:pic>
      <p:pic>
        <p:nvPicPr>
          <p:cNvPr id="3" name="object 6">
            <a:extLst>
              <a:ext uri="{FF2B5EF4-FFF2-40B4-BE49-F238E27FC236}">
                <a16:creationId xmlns:a16="http://schemas.microsoft.com/office/drawing/2014/main" id="{3208D771-942D-F1B2-00E0-158096BAB84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067" y="310924"/>
            <a:ext cx="11125200" cy="9318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B54652-7094-7BD9-7DB7-EE038B5A6FE5}"/>
              </a:ext>
            </a:extLst>
          </p:cNvPr>
          <p:cNvSpPr txBox="1"/>
          <p:nvPr/>
        </p:nvSpPr>
        <p:spPr>
          <a:xfrm>
            <a:off x="3539068" y="5366019"/>
            <a:ext cx="88271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lgerian" panose="04020705040A02060702" pitchFamily="82" charset="0"/>
              </a:rPr>
              <a:t>THANK YOU</a:t>
            </a:r>
            <a:endParaRPr lang="en-IN" sz="9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536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229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ragul m</dc:creator>
  <cp:lastModifiedBy>ragul m</cp:lastModifiedBy>
  <cp:revision>3</cp:revision>
  <dcterms:created xsi:type="dcterms:W3CDTF">2026-07-29T03:39:38Z</dcterms:created>
  <dcterms:modified xsi:type="dcterms:W3CDTF">2026-07-29T05:52:28Z</dcterms:modified>
</cp:coreProperties>
</file>
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57" r:id="rId4"/>
    <p:sldId id="263" r:id="rId5"/>
    <p:sldId id="274" r:id="rId6"/>
    <p:sldId id="264" r:id="rId7"/>
    <p:sldId id="268" r:id="rId8"/>
    <p:sldId id="279" r:id="rId9"/>
    <p:sldId id="261" r:id="rId10"/>
    <p:sldId id="265" r:id="rId11"/>
    <p:sldId id="259" r:id="rId12"/>
    <p:sldId id="273" r:id="rId13"/>
    <p:sldId id="280" r:id="rId14"/>
    <p:sldId id="260" r:id="rId15"/>
    <p:sldId id="281" r:id="rId16"/>
    <p:sldId id="276" r:id="rId17"/>
    <p:sldId id="277" r:id="rId18"/>
    <p:sldId id="278" r:id="rId19"/>
    <p:sldId id="282" r:id="rId20"/>
    <p:sldId id="283" r:id="rId21"/>
    <p:sldId id="284" r:id="rId22"/>
    <p:sldId id="285" r:id="rId23"/>
    <p:sldId id="266" r:id="rId24"/>
    <p:sldId id="269" r:id="rId25"/>
    <p:sldId id="270" r:id="rId26"/>
    <p:sldId id="286" r:id="rId27"/>
    <p:sldId id="287" r:id="rId28"/>
    <p:sldId id="288" r:id="rId29"/>
    <p:sldId id="289" r:id="rId30"/>
    <p:sldId id="290" r:id="rId31"/>
    <p:sldId id="291" r:id="rId32"/>
    <p:sldId id="262" r:id="rId33"/>
    <p:sldId id="267" r:id="rId34"/>
    <p:sldId id="271" r:id="rId35"/>
    <p:sldId id="27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05013BD3-C87B-4305-953D-6CF3427F28DA}">
          <p14:sldIdLst>
            <p14:sldId id="256"/>
            <p14:sldId id="275"/>
            <p14:sldId id="257"/>
            <p14:sldId id="263"/>
            <p14:sldId id="274"/>
            <p14:sldId id="264"/>
            <p14:sldId id="268"/>
            <p14:sldId id="279"/>
            <p14:sldId id="261"/>
            <p14:sldId id="265"/>
            <p14:sldId id="259"/>
            <p14:sldId id="273"/>
            <p14:sldId id="280"/>
            <p14:sldId id="260"/>
            <p14:sldId id="281"/>
            <p14:sldId id="276"/>
            <p14:sldId id="277"/>
            <p14:sldId id="278"/>
            <p14:sldId id="282"/>
            <p14:sldId id="283"/>
            <p14:sldId id="284"/>
            <p14:sldId id="285"/>
            <p14:sldId id="266"/>
            <p14:sldId id="269"/>
            <p14:sldId id="270"/>
            <p14:sldId id="286"/>
            <p14:sldId id="287"/>
            <p14:sldId id="288"/>
            <p14:sldId id="289"/>
            <p14:sldId id="290"/>
            <p14:sldId id="291"/>
            <p14:sldId id="262"/>
            <p14:sldId id="267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4A7ABA-6330-42A5-B98A-DC2DB8077761}" v="45" dt="2026-08-25T17:49:04.1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6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ee Sree" userId="90eb979881459ea9" providerId="LiveId" clId="{9B98721C-3D13-4823-91D6-84644FEBFC2B}"/>
    <pc:docChg chg="undo redo custSel addSld delSld modSld sldOrd modSection">
      <pc:chgData name="Sree Sree" userId="90eb979881459ea9" providerId="LiveId" clId="{9B98721C-3D13-4823-91D6-84644FEBFC2B}" dt="2026-08-25T17:49:33.545" v="2152" actId="6549"/>
      <pc:docMkLst>
        <pc:docMk/>
      </pc:docMkLst>
      <pc:sldChg chg="modSp mod">
        <pc:chgData name="Sree Sree" userId="90eb979881459ea9" providerId="LiveId" clId="{9B98721C-3D13-4823-91D6-84644FEBFC2B}" dt="2026-08-25T11:14:01.315" v="186" actId="20577"/>
        <pc:sldMkLst>
          <pc:docMk/>
          <pc:sldMk cId="97632541" sldId="256"/>
        </pc:sldMkLst>
        <pc:spChg chg="mod">
          <ac:chgData name="Sree Sree" userId="90eb979881459ea9" providerId="LiveId" clId="{9B98721C-3D13-4823-91D6-84644FEBFC2B}" dt="2026-08-07T02:41:07.413" v="4" actId="122"/>
          <ac:spMkLst>
            <pc:docMk/>
            <pc:sldMk cId="97632541" sldId="256"/>
            <ac:spMk id="3" creationId="{9AAD9429-5D96-6632-F825-889866E30FB9}"/>
          </ac:spMkLst>
        </pc:spChg>
        <pc:spChg chg="mod">
          <ac:chgData name="Sree Sree" userId="90eb979881459ea9" providerId="LiveId" clId="{9B98721C-3D13-4823-91D6-84644FEBFC2B}" dt="2026-08-07T02:40:56.038" v="0" actId="2711"/>
          <ac:spMkLst>
            <pc:docMk/>
            <pc:sldMk cId="97632541" sldId="256"/>
            <ac:spMk id="4" creationId="{54665492-6191-E057-8D51-B54C30A56AA2}"/>
          </ac:spMkLst>
        </pc:spChg>
        <pc:spChg chg="mod">
          <ac:chgData name="Sree Sree" userId="90eb979881459ea9" providerId="LiveId" clId="{9B98721C-3D13-4823-91D6-84644FEBFC2B}" dt="2026-08-25T11:14:01.315" v="186" actId="20577"/>
          <ac:spMkLst>
            <pc:docMk/>
            <pc:sldMk cId="97632541" sldId="256"/>
            <ac:spMk id="9" creationId="{39D46EB4-35A0-E4FC-01E6-E5A9D4355C37}"/>
          </ac:spMkLst>
        </pc:spChg>
        <pc:spChg chg="mod">
          <ac:chgData name="Sree Sree" userId="90eb979881459ea9" providerId="LiveId" clId="{9B98721C-3D13-4823-91D6-84644FEBFC2B}" dt="2026-08-07T02:41:24.185" v="7" actId="2711"/>
          <ac:spMkLst>
            <pc:docMk/>
            <pc:sldMk cId="97632541" sldId="256"/>
            <ac:spMk id="11" creationId="{6B1AE0FB-D147-3D7F-C024-40556AB320CB}"/>
          </ac:spMkLst>
        </pc:spChg>
      </pc:sldChg>
      <pc:sldChg chg="modSp mod">
        <pc:chgData name="Sree Sree" userId="90eb979881459ea9" providerId="LiveId" clId="{9B98721C-3D13-4823-91D6-84644FEBFC2B}" dt="2026-08-07T03:30:22.005" v="157" actId="14100"/>
        <pc:sldMkLst>
          <pc:docMk/>
          <pc:sldMk cId="1470592715" sldId="257"/>
        </pc:sldMkLst>
        <pc:spChg chg="mod">
          <ac:chgData name="Sree Sree" userId="90eb979881459ea9" providerId="LiveId" clId="{9B98721C-3D13-4823-91D6-84644FEBFC2B}" dt="2026-08-07T03:30:22.005" v="157" actId="14100"/>
          <ac:spMkLst>
            <pc:docMk/>
            <pc:sldMk cId="1470592715" sldId="257"/>
            <ac:spMk id="2" creationId="{FFCD33B2-C58A-47D4-060F-AD703D726234}"/>
          </ac:spMkLst>
        </pc:spChg>
      </pc:sldChg>
      <pc:sldChg chg="addSp delSp modSp mod">
        <pc:chgData name="Sree Sree" userId="90eb979881459ea9" providerId="LiveId" clId="{9B98721C-3D13-4823-91D6-84644FEBFC2B}" dt="2026-08-25T16:12:07.595" v="612" actId="1076"/>
        <pc:sldMkLst>
          <pc:docMk/>
          <pc:sldMk cId="3216896354" sldId="259"/>
        </pc:sldMkLst>
        <pc:spChg chg="mod">
          <ac:chgData name="Sree Sree" userId="90eb979881459ea9" providerId="LiveId" clId="{9B98721C-3D13-4823-91D6-84644FEBFC2B}" dt="2026-08-25T16:11:42.830" v="607" actId="20577"/>
          <ac:spMkLst>
            <pc:docMk/>
            <pc:sldMk cId="3216896354" sldId="259"/>
            <ac:spMk id="2" creationId="{9BB21531-00C8-7962-07E3-ECBA8964F76E}"/>
          </ac:spMkLst>
        </pc:spChg>
        <pc:spChg chg="mod">
          <ac:chgData name="Sree Sree" userId="90eb979881459ea9" providerId="LiveId" clId="{9B98721C-3D13-4823-91D6-84644FEBFC2B}" dt="2026-08-25T15:57:06.214" v="447" actId="5793"/>
          <ac:spMkLst>
            <pc:docMk/>
            <pc:sldMk cId="3216896354" sldId="259"/>
            <ac:spMk id="3" creationId="{6DB0282F-F5D5-085F-8BA3-A262ECB5D35A}"/>
          </ac:spMkLst>
        </pc:spChg>
        <pc:picChg chg="mod ord">
          <ac:chgData name="Sree Sree" userId="90eb979881459ea9" providerId="LiveId" clId="{9B98721C-3D13-4823-91D6-84644FEBFC2B}" dt="2026-08-25T16:12:07.595" v="612" actId="1076"/>
          <ac:picMkLst>
            <pc:docMk/>
            <pc:sldMk cId="3216896354" sldId="259"/>
            <ac:picMk id="4" creationId="{73A3B9C3-1671-2E1A-D872-D809138B8E94}"/>
          </ac:picMkLst>
        </pc:picChg>
        <pc:picChg chg="mod ord">
          <ac:chgData name="Sree Sree" userId="90eb979881459ea9" providerId="LiveId" clId="{9B98721C-3D13-4823-91D6-84644FEBFC2B}" dt="2026-08-25T16:12:04.483" v="611" actId="1076"/>
          <ac:picMkLst>
            <pc:docMk/>
            <pc:sldMk cId="3216896354" sldId="259"/>
            <ac:picMk id="5" creationId="{EFBA8985-714E-067E-431B-C6BB34148512}"/>
          </ac:picMkLst>
        </pc:picChg>
        <pc:picChg chg="add mod">
          <ac:chgData name="Sree Sree" userId="90eb979881459ea9" providerId="LiveId" clId="{9B98721C-3D13-4823-91D6-84644FEBFC2B}" dt="2026-08-25T15:57:18.885" v="450" actId="1076"/>
          <ac:picMkLst>
            <pc:docMk/>
            <pc:sldMk cId="3216896354" sldId="259"/>
            <ac:picMk id="7" creationId="{9B90FE1A-8DB2-8B6D-8D8A-6EDEACE907FA}"/>
          </ac:picMkLst>
        </pc:picChg>
      </pc:sldChg>
      <pc:sldChg chg="delSp modSp mod">
        <pc:chgData name="Sree Sree" userId="90eb979881459ea9" providerId="LiveId" clId="{9B98721C-3D13-4823-91D6-84644FEBFC2B}" dt="2026-08-25T16:18:32.456" v="718" actId="1076"/>
        <pc:sldMkLst>
          <pc:docMk/>
          <pc:sldMk cId="1192848916" sldId="260"/>
        </pc:sldMkLst>
        <pc:spChg chg="mod">
          <ac:chgData name="Sree Sree" userId="90eb979881459ea9" providerId="LiveId" clId="{9B98721C-3D13-4823-91D6-84644FEBFC2B}" dt="2026-08-25T16:15:27.181" v="712" actId="20577"/>
          <ac:spMkLst>
            <pc:docMk/>
            <pc:sldMk cId="1192848916" sldId="260"/>
            <ac:spMk id="2" creationId="{AA523E7D-D56B-BF04-E5F5-BD714EFE78C4}"/>
          </ac:spMkLst>
        </pc:spChg>
        <pc:spChg chg="mod">
          <ac:chgData name="Sree Sree" userId="90eb979881459ea9" providerId="LiveId" clId="{9B98721C-3D13-4823-91D6-84644FEBFC2B}" dt="2026-08-25T16:18:32.456" v="718" actId="1076"/>
          <ac:spMkLst>
            <pc:docMk/>
            <pc:sldMk cId="1192848916" sldId="260"/>
            <ac:spMk id="3" creationId="{CD0DAA7C-D614-EC40-751C-A8A3C3412F64}"/>
          </ac:spMkLst>
        </pc:spChg>
        <pc:picChg chg="mod">
          <ac:chgData name="Sree Sree" userId="90eb979881459ea9" providerId="LiveId" clId="{9B98721C-3D13-4823-91D6-84644FEBFC2B}" dt="2026-08-25T16:14:30.415" v="630" actId="14100"/>
          <ac:picMkLst>
            <pc:docMk/>
            <pc:sldMk cId="1192848916" sldId="260"/>
            <ac:picMk id="4" creationId="{C3895DA4-47BF-8AC9-6116-64070F9BB7FF}"/>
          </ac:picMkLst>
        </pc:picChg>
        <pc:picChg chg="mod">
          <ac:chgData name="Sree Sree" userId="90eb979881459ea9" providerId="LiveId" clId="{9B98721C-3D13-4823-91D6-84644FEBFC2B}" dt="2026-08-25T16:14:37.097" v="633" actId="1076"/>
          <ac:picMkLst>
            <pc:docMk/>
            <pc:sldMk cId="1192848916" sldId="260"/>
            <ac:picMk id="5" creationId="{254BD76C-104E-216C-7CAF-FC8E2D54264C}"/>
          </ac:picMkLst>
        </pc:picChg>
      </pc:sldChg>
      <pc:sldChg chg="addSp delSp modSp mod">
        <pc:chgData name="Sree Sree" userId="90eb979881459ea9" providerId="LiveId" clId="{9B98721C-3D13-4823-91D6-84644FEBFC2B}" dt="2026-08-25T15:39:14.227" v="210" actId="113"/>
        <pc:sldMkLst>
          <pc:docMk/>
          <pc:sldMk cId="3954186505" sldId="261"/>
        </pc:sldMkLst>
        <pc:spChg chg="mod">
          <ac:chgData name="Sree Sree" userId="90eb979881459ea9" providerId="LiveId" clId="{9B98721C-3D13-4823-91D6-84644FEBFC2B}" dt="2026-08-25T15:39:14.227" v="210" actId="113"/>
          <ac:spMkLst>
            <pc:docMk/>
            <pc:sldMk cId="3954186505" sldId="261"/>
            <ac:spMk id="3" creationId="{4E55B6C1-4C6D-90EA-4837-B4397F45AAA0}"/>
          </ac:spMkLst>
        </pc:spChg>
        <pc:picChg chg="add mod">
          <ac:chgData name="Sree Sree" userId="90eb979881459ea9" providerId="LiveId" clId="{9B98721C-3D13-4823-91D6-84644FEBFC2B}" dt="2026-08-25T15:39:11.847" v="209" actId="1076"/>
          <ac:picMkLst>
            <pc:docMk/>
            <pc:sldMk cId="3954186505" sldId="261"/>
            <ac:picMk id="6" creationId="{2E582C14-19C2-5CA4-131E-DA1097AAFEC1}"/>
          </ac:picMkLst>
        </pc:picChg>
      </pc:sldChg>
      <pc:sldChg chg="addSp delSp modSp mod">
        <pc:chgData name="Sree Sree" userId="90eb979881459ea9" providerId="LiveId" clId="{9B98721C-3D13-4823-91D6-84644FEBFC2B}" dt="2026-08-25T17:43:21.473" v="2111" actId="14100"/>
        <pc:sldMkLst>
          <pc:docMk/>
          <pc:sldMk cId="4114544028" sldId="262"/>
        </pc:sldMkLst>
        <pc:spChg chg="mod">
          <ac:chgData name="Sree Sree" userId="90eb979881459ea9" providerId="LiveId" clId="{9B98721C-3D13-4823-91D6-84644FEBFC2B}" dt="2026-08-25T17:43:15.756" v="2109" actId="113"/>
          <ac:spMkLst>
            <pc:docMk/>
            <pc:sldMk cId="4114544028" sldId="262"/>
            <ac:spMk id="2" creationId="{25708A27-D7AF-D471-2C33-E32084851D61}"/>
          </ac:spMkLst>
        </pc:spChg>
        <pc:spChg chg="mod">
          <ac:chgData name="Sree Sree" userId="90eb979881459ea9" providerId="LiveId" clId="{9B98721C-3D13-4823-91D6-84644FEBFC2B}" dt="2026-08-25T17:43:21.473" v="2111" actId="14100"/>
          <ac:spMkLst>
            <pc:docMk/>
            <pc:sldMk cId="4114544028" sldId="262"/>
            <ac:spMk id="4" creationId="{9EFA4A58-E079-F8E9-0DBF-63BE925DDFFB}"/>
          </ac:spMkLst>
        </pc:spChg>
        <pc:spChg chg="add del">
          <ac:chgData name="Sree Sree" userId="90eb979881459ea9" providerId="LiveId" clId="{9B98721C-3D13-4823-91D6-84644FEBFC2B}" dt="2026-08-25T17:43:01.784" v="2104" actId="22"/>
          <ac:spMkLst>
            <pc:docMk/>
            <pc:sldMk cId="4114544028" sldId="262"/>
            <ac:spMk id="9" creationId="{358C4FE8-C47D-6CC7-E6A9-6D38070DB87A}"/>
          </ac:spMkLst>
        </pc:spChg>
        <pc:picChg chg="add del">
          <ac:chgData name="Sree Sree" userId="90eb979881459ea9" providerId="LiveId" clId="{9B98721C-3D13-4823-91D6-84644FEBFC2B}" dt="2026-08-25T17:38:24.517" v="1999" actId="21"/>
          <ac:picMkLst>
            <pc:docMk/>
            <pc:sldMk cId="4114544028" sldId="262"/>
            <ac:picMk id="7" creationId="{23060E2A-C40C-E1BA-DEB3-3906264FFD57}"/>
          </ac:picMkLst>
        </pc:picChg>
        <pc:picChg chg="add del mod">
          <ac:chgData name="Sree Sree" userId="90eb979881459ea9" providerId="LiveId" clId="{9B98721C-3D13-4823-91D6-84644FEBFC2B}" dt="2026-08-25T17:19:00.036" v="1765" actId="21"/>
          <ac:picMkLst>
            <pc:docMk/>
            <pc:sldMk cId="4114544028" sldId="262"/>
            <ac:picMk id="7" creationId="{EA1F4981-A3C4-6C93-A6FA-32E761A9572B}"/>
          </ac:picMkLst>
        </pc:picChg>
      </pc:sldChg>
      <pc:sldChg chg="modSp mod">
        <pc:chgData name="Sree Sree" userId="90eb979881459ea9" providerId="LiveId" clId="{9B98721C-3D13-4823-91D6-84644FEBFC2B}" dt="2026-08-25T15:39:25.742" v="212" actId="113"/>
        <pc:sldMkLst>
          <pc:docMk/>
          <pc:sldMk cId="3941261537" sldId="263"/>
        </pc:sldMkLst>
        <pc:spChg chg="mod">
          <ac:chgData name="Sree Sree" userId="90eb979881459ea9" providerId="LiveId" clId="{9B98721C-3D13-4823-91D6-84644FEBFC2B}" dt="2026-08-25T15:39:25.742" v="212" actId="113"/>
          <ac:spMkLst>
            <pc:docMk/>
            <pc:sldMk cId="3941261537" sldId="263"/>
            <ac:spMk id="2" creationId="{225E7AF5-310F-E6E8-C999-56073C3EB5D4}"/>
          </ac:spMkLst>
        </pc:spChg>
      </pc:sldChg>
      <pc:sldChg chg="modSp mod">
        <pc:chgData name="Sree Sree" userId="90eb979881459ea9" providerId="LiveId" clId="{9B98721C-3D13-4823-91D6-84644FEBFC2B}" dt="2026-08-25T11:14:59.621" v="190" actId="1076"/>
        <pc:sldMkLst>
          <pc:docMk/>
          <pc:sldMk cId="2823431416" sldId="264"/>
        </pc:sldMkLst>
        <pc:spChg chg="mod">
          <ac:chgData name="Sree Sree" userId="90eb979881459ea9" providerId="LiveId" clId="{9B98721C-3D13-4823-91D6-84644FEBFC2B}" dt="2026-08-07T03:00:16.840" v="119" actId="20577"/>
          <ac:spMkLst>
            <pc:docMk/>
            <pc:sldMk cId="2823431416" sldId="264"/>
            <ac:spMk id="2" creationId="{3E3AC5F7-B63D-69B4-49FD-A19E94DFB3FA}"/>
          </ac:spMkLst>
        </pc:spChg>
        <pc:spChg chg="mod">
          <ac:chgData name="Sree Sree" userId="90eb979881459ea9" providerId="LiveId" clId="{9B98721C-3D13-4823-91D6-84644FEBFC2B}" dt="2026-08-07T04:25:48.485" v="185" actId="1076"/>
          <ac:spMkLst>
            <pc:docMk/>
            <pc:sldMk cId="2823431416" sldId="264"/>
            <ac:spMk id="6" creationId="{19370DBF-9873-5341-45ED-FAF0EF8CBB4F}"/>
          </ac:spMkLst>
        </pc:spChg>
        <pc:picChg chg="mod">
          <ac:chgData name="Sree Sree" userId="90eb979881459ea9" providerId="LiveId" clId="{9B98721C-3D13-4823-91D6-84644FEBFC2B}" dt="2026-08-25T11:14:50.229" v="187" actId="1076"/>
          <ac:picMkLst>
            <pc:docMk/>
            <pc:sldMk cId="2823431416" sldId="264"/>
            <ac:picMk id="4" creationId="{D9AF1792-936D-9F56-147F-3F6F52CF0BAD}"/>
          </ac:picMkLst>
        </pc:picChg>
        <pc:picChg chg="mod ord">
          <ac:chgData name="Sree Sree" userId="90eb979881459ea9" providerId="LiveId" clId="{9B98721C-3D13-4823-91D6-84644FEBFC2B}" dt="2026-08-25T11:14:59.621" v="190" actId="1076"/>
          <ac:picMkLst>
            <pc:docMk/>
            <pc:sldMk cId="2823431416" sldId="264"/>
            <ac:picMk id="5" creationId="{E2B84465-C7BE-8454-47B8-05E9A5F1AB5E}"/>
          </ac:picMkLst>
        </pc:picChg>
      </pc:sldChg>
      <pc:sldChg chg="addSp delSp modSp mod">
        <pc:chgData name="Sree Sree" userId="90eb979881459ea9" providerId="LiveId" clId="{9B98721C-3D13-4823-91D6-84644FEBFC2B}" dt="2026-08-25T15:48:55.941" v="308" actId="1076"/>
        <pc:sldMkLst>
          <pc:docMk/>
          <pc:sldMk cId="4167636684" sldId="265"/>
        </pc:sldMkLst>
        <pc:spChg chg="mod">
          <ac:chgData name="Sree Sree" userId="90eb979881459ea9" providerId="LiveId" clId="{9B98721C-3D13-4823-91D6-84644FEBFC2B}" dt="2026-08-25T15:48:52.210" v="307" actId="1076"/>
          <ac:spMkLst>
            <pc:docMk/>
            <pc:sldMk cId="4167636684" sldId="265"/>
            <ac:spMk id="2" creationId="{9B2D84CD-3039-95E5-9FBA-4B9C65F01D07}"/>
          </ac:spMkLst>
        </pc:spChg>
        <pc:spChg chg="mod">
          <ac:chgData name="Sree Sree" userId="90eb979881459ea9" providerId="LiveId" clId="{9B98721C-3D13-4823-91D6-84644FEBFC2B}" dt="2026-08-25T15:43:00.379" v="228" actId="123"/>
          <ac:spMkLst>
            <pc:docMk/>
            <pc:sldMk cId="4167636684" sldId="265"/>
            <ac:spMk id="3" creationId="{0275FEA4-F153-64C5-5A11-4141FDA7234F}"/>
          </ac:spMkLst>
        </pc:spChg>
        <pc:picChg chg="mod">
          <ac:chgData name="Sree Sree" userId="90eb979881459ea9" providerId="LiveId" clId="{9B98721C-3D13-4823-91D6-84644FEBFC2B}" dt="2026-08-25T15:48:55.941" v="308" actId="1076"/>
          <ac:picMkLst>
            <pc:docMk/>
            <pc:sldMk cId="4167636684" sldId="265"/>
            <ac:picMk id="5" creationId="{3E52C61A-24B1-FE86-8C9F-CB3F038F4DC4}"/>
          </ac:picMkLst>
        </pc:picChg>
        <pc:picChg chg="add mod">
          <ac:chgData name="Sree Sree" userId="90eb979881459ea9" providerId="LiveId" clId="{9B98721C-3D13-4823-91D6-84644FEBFC2B}" dt="2026-08-25T15:47:47.963" v="235" actId="1076"/>
          <ac:picMkLst>
            <pc:docMk/>
            <pc:sldMk cId="4167636684" sldId="265"/>
            <ac:picMk id="7" creationId="{030BECCE-A773-AEFA-4BCB-DB3262E12B2F}"/>
          </ac:picMkLst>
        </pc:picChg>
      </pc:sldChg>
      <pc:sldChg chg="modSp mod">
        <pc:chgData name="Sree Sree" userId="90eb979881459ea9" providerId="LiveId" clId="{9B98721C-3D13-4823-91D6-84644FEBFC2B}" dt="2026-08-25T17:09:48.926" v="1588" actId="5793"/>
        <pc:sldMkLst>
          <pc:docMk/>
          <pc:sldMk cId="2078310509" sldId="266"/>
        </pc:sldMkLst>
        <pc:spChg chg="mod">
          <ac:chgData name="Sree Sree" userId="90eb979881459ea9" providerId="LiveId" clId="{9B98721C-3D13-4823-91D6-84644FEBFC2B}" dt="2026-08-25T17:08:45.568" v="1575" actId="255"/>
          <ac:spMkLst>
            <pc:docMk/>
            <pc:sldMk cId="2078310509" sldId="266"/>
            <ac:spMk id="2" creationId="{04A7A9FD-D285-58EE-5FC0-7428A51603AE}"/>
          </ac:spMkLst>
        </pc:spChg>
        <pc:spChg chg="mod">
          <ac:chgData name="Sree Sree" userId="90eb979881459ea9" providerId="LiveId" clId="{9B98721C-3D13-4823-91D6-84644FEBFC2B}" dt="2026-08-25T17:09:48.926" v="1588" actId="5793"/>
          <ac:spMkLst>
            <pc:docMk/>
            <pc:sldMk cId="2078310509" sldId="266"/>
            <ac:spMk id="3" creationId="{F34F29B8-6370-3749-9343-179F97E6A149}"/>
          </ac:spMkLst>
        </pc:spChg>
        <pc:picChg chg="mod">
          <ac:chgData name="Sree Sree" userId="90eb979881459ea9" providerId="LiveId" clId="{9B98721C-3D13-4823-91D6-84644FEBFC2B}" dt="2026-08-25T16:50:16.150" v="1193" actId="1076"/>
          <ac:picMkLst>
            <pc:docMk/>
            <pc:sldMk cId="2078310509" sldId="266"/>
            <ac:picMk id="4" creationId="{1BF51F53-AEF3-D37A-CC7E-760C2FD8C6A5}"/>
          </ac:picMkLst>
        </pc:picChg>
        <pc:picChg chg="mod">
          <ac:chgData name="Sree Sree" userId="90eb979881459ea9" providerId="LiveId" clId="{9B98721C-3D13-4823-91D6-84644FEBFC2B}" dt="2026-08-25T16:50:11.674" v="1191" actId="1076"/>
          <ac:picMkLst>
            <pc:docMk/>
            <pc:sldMk cId="2078310509" sldId="266"/>
            <ac:picMk id="5" creationId="{BC4BE960-4958-997D-F84A-C888A401511F}"/>
          </ac:picMkLst>
        </pc:picChg>
      </pc:sldChg>
      <pc:sldChg chg="delSp modSp mod">
        <pc:chgData name="Sree Sree" userId="90eb979881459ea9" providerId="LiveId" clId="{9B98721C-3D13-4823-91D6-84644FEBFC2B}" dt="2026-08-25T17:45:06.958" v="2125" actId="1076"/>
        <pc:sldMkLst>
          <pc:docMk/>
          <pc:sldMk cId="1413949446" sldId="267"/>
        </pc:sldMkLst>
        <pc:spChg chg="mod">
          <ac:chgData name="Sree Sree" userId="90eb979881459ea9" providerId="LiveId" clId="{9B98721C-3D13-4823-91D6-84644FEBFC2B}" dt="2026-08-25T17:44:59.134" v="2121" actId="14100"/>
          <ac:spMkLst>
            <pc:docMk/>
            <pc:sldMk cId="1413949446" sldId="267"/>
            <ac:spMk id="3" creationId="{F2AA27EF-5D9A-70D4-E400-8409B29EC529}"/>
          </ac:spMkLst>
        </pc:spChg>
        <pc:picChg chg="mod">
          <ac:chgData name="Sree Sree" userId="90eb979881459ea9" providerId="LiveId" clId="{9B98721C-3D13-4823-91D6-84644FEBFC2B}" dt="2026-08-25T17:45:06.958" v="2125" actId="1076"/>
          <ac:picMkLst>
            <pc:docMk/>
            <pc:sldMk cId="1413949446" sldId="267"/>
            <ac:picMk id="4" creationId="{07CB1885-212E-2EF1-DABD-42B160982594}"/>
          </ac:picMkLst>
        </pc:picChg>
        <pc:picChg chg="mod">
          <ac:chgData name="Sree Sree" userId="90eb979881459ea9" providerId="LiveId" clId="{9B98721C-3D13-4823-91D6-84644FEBFC2B}" dt="2026-08-25T17:45:02.931" v="2123" actId="1076"/>
          <ac:picMkLst>
            <pc:docMk/>
            <pc:sldMk cId="1413949446" sldId="267"/>
            <ac:picMk id="5" creationId="{01DB3BCE-CBBC-A8CF-37E5-B3012141FD23}"/>
          </ac:picMkLst>
        </pc:picChg>
      </pc:sldChg>
      <pc:sldChg chg="modSp mod">
        <pc:chgData name="Sree Sree" userId="90eb979881459ea9" providerId="LiveId" clId="{9B98721C-3D13-4823-91D6-84644FEBFC2B}" dt="2026-08-25T16:40:00.917" v="1101" actId="14100"/>
        <pc:sldMkLst>
          <pc:docMk/>
          <pc:sldMk cId="2828828849" sldId="268"/>
        </pc:sldMkLst>
        <pc:spChg chg="mod">
          <ac:chgData name="Sree Sree" userId="90eb979881459ea9" providerId="LiveId" clId="{9B98721C-3D13-4823-91D6-84644FEBFC2B}" dt="2026-08-07T03:00:49.417" v="131" actId="2711"/>
          <ac:spMkLst>
            <pc:docMk/>
            <pc:sldMk cId="2828828849" sldId="268"/>
            <ac:spMk id="2" creationId="{C7C27B70-EA2D-4002-78DA-73565AB2319E}"/>
          </ac:spMkLst>
        </pc:spChg>
        <pc:spChg chg="mod">
          <ac:chgData name="Sree Sree" userId="90eb979881459ea9" providerId="LiveId" clId="{9B98721C-3D13-4823-91D6-84644FEBFC2B}" dt="2026-08-25T16:40:00.917" v="1101" actId="14100"/>
          <ac:spMkLst>
            <pc:docMk/>
            <pc:sldMk cId="2828828849" sldId="268"/>
            <ac:spMk id="7" creationId="{C5468064-98A5-694A-3971-DF5096B57869}"/>
          </ac:spMkLst>
        </pc:spChg>
        <pc:picChg chg="mod">
          <ac:chgData name="Sree Sree" userId="90eb979881459ea9" providerId="LiveId" clId="{9B98721C-3D13-4823-91D6-84644FEBFC2B}" dt="2026-08-25T16:38:16.975" v="1098" actId="14100"/>
          <ac:picMkLst>
            <pc:docMk/>
            <pc:sldMk cId="2828828849" sldId="268"/>
            <ac:picMk id="4" creationId="{FAA24B65-9DEA-08A3-DACE-FD163AFE517B}"/>
          </ac:picMkLst>
        </pc:picChg>
        <pc:picChg chg="mod">
          <ac:chgData name="Sree Sree" userId="90eb979881459ea9" providerId="LiveId" clId="{9B98721C-3D13-4823-91D6-84644FEBFC2B}" dt="2026-08-25T16:38:13.916" v="1097" actId="14100"/>
          <ac:picMkLst>
            <pc:docMk/>
            <pc:sldMk cId="2828828849" sldId="268"/>
            <ac:picMk id="5" creationId="{EDBEB864-7C8C-3106-44D3-29F708933FA6}"/>
          </ac:picMkLst>
        </pc:picChg>
      </pc:sldChg>
      <pc:sldChg chg="addSp delSp modSp mod">
        <pc:chgData name="Sree Sree" userId="90eb979881459ea9" providerId="LiveId" clId="{9B98721C-3D13-4823-91D6-84644FEBFC2B}" dt="2026-08-25T17:13:28.384" v="1627" actId="1076"/>
        <pc:sldMkLst>
          <pc:docMk/>
          <pc:sldMk cId="1971829897" sldId="269"/>
        </pc:sldMkLst>
        <pc:spChg chg="mod">
          <ac:chgData name="Sree Sree" userId="90eb979881459ea9" providerId="LiveId" clId="{9B98721C-3D13-4823-91D6-84644FEBFC2B}" dt="2026-08-25T17:13:19.577" v="1625" actId="1076"/>
          <ac:spMkLst>
            <pc:docMk/>
            <pc:sldMk cId="1971829897" sldId="269"/>
            <ac:spMk id="2" creationId="{009C57E8-3DF5-F799-7F84-58458D0B1793}"/>
          </ac:spMkLst>
        </pc:spChg>
        <pc:spChg chg="add del mod">
          <ac:chgData name="Sree Sree" userId="90eb979881459ea9" providerId="LiveId" clId="{9B98721C-3D13-4823-91D6-84644FEBFC2B}" dt="2026-08-25T17:11:38.906" v="1590"/>
          <ac:spMkLst>
            <pc:docMk/>
            <pc:sldMk cId="1971829897" sldId="269"/>
            <ac:spMk id="6" creationId="{20526FA3-FE4C-AFEE-585F-987A181A58BB}"/>
          </ac:spMkLst>
        </pc:spChg>
        <pc:spChg chg="mod">
          <ac:chgData name="Sree Sree" userId="90eb979881459ea9" providerId="LiveId" clId="{9B98721C-3D13-4823-91D6-84644FEBFC2B}" dt="2026-08-25T17:13:28.384" v="1627" actId="1076"/>
          <ac:spMkLst>
            <pc:docMk/>
            <pc:sldMk cId="1971829897" sldId="269"/>
            <ac:spMk id="13" creationId="{E7CDC396-6A3B-EACA-E01D-011033709788}"/>
          </ac:spMkLst>
        </pc:spChg>
        <pc:spChg chg="mod">
          <ac:chgData name="Sree Sree" userId="90eb979881459ea9" providerId="LiveId" clId="{9B98721C-3D13-4823-91D6-84644FEBFC2B}" dt="2026-08-25T17:12:41.680" v="1614" actId="20577"/>
          <ac:spMkLst>
            <pc:docMk/>
            <pc:sldMk cId="1971829897" sldId="269"/>
            <ac:spMk id="14" creationId="{A86F467B-0E08-8912-45A6-F4B09B97D879}"/>
          </ac:spMkLst>
        </pc:spChg>
        <pc:picChg chg="mod">
          <ac:chgData name="Sree Sree" userId="90eb979881459ea9" providerId="LiveId" clId="{9B98721C-3D13-4823-91D6-84644FEBFC2B}" dt="2026-08-25T17:12:58.484" v="1618" actId="14100"/>
          <ac:picMkLst>
            <pc:docMk/>
            <pc:sldMk cId="1971829897" sldId="269"/>
            <ac:picMk id="4" creationId="{62346E6C-AF4A-95C8-A1BC-709455D43C2F}"/>
          </ac:picMkLst>
        </pc:picChg>
        <pc:picChg chg="mod">
          <ac:chgData name="Sree Sree" userId="90eb979881459ea9" providerId="LiveId" clId="{9B98721C-3D13-4823-91D6-84644FEBFC2B}" dt="2026-08-25T17:12:56.071" v="1617" actId="1076"/>
          <ac:picMkLst>
            <pc:docMk/>
            <pc:sldMk cId="1971829897" sldId="269"/>
            <ac:picMk id="5" creationId="{4954F39A-3A55-36E1-F65F-82C0388D4BA8}"/>
          </ac:picMkLst>
        </pc:picChg>
        <pc:picChg chg="add mod ord">
          <ac:chgData name="Sree Sree" userId="90eb979881459ea9" providerId="LiveId" clId="{9B98721C-3D13-4823-91D6-84644FEBFC2B}" dt="2026-08-25T17:13:22.983" v="1626" actId="1076"/>
          <ac:picMkLst>
            <pc:docMk/>
            <pc:sldMk cId="1971829897" sldId="269"/>
            <ac:picMk id="7" creationId="{0C20F733-F7E4-C8D3-9612-8B3D6B48FC75}"/>
          </ac:picMkLst>
        </pc:picChg>
      </pc:sldChg>
      <pc:sldChg chg="addSp delSp modSp mod ord">
        <pc:chgData name="Sree Sree" userId="90eb979881459ea9" providerId="LiveId" clId="{9B98721C-3D13-4823-91D6-84644FEBFC2B}" dt="2026-08-25T17:25:50.065" v="1909" actId="122"/>
        <pc:sldMkLst>
          <pc:docMk/>
          <pc:sldMk cId="2028405343" sldId="270"/>
        </pc:sldMkLst>
        <pc:spChg chg="mod">
          <ac:chgData name="Sree Sree" userId="90eb979881459ea9" providerId="LiveId" clId="{9B98721C-3D13-4823-91D6-84644FEBFC2B}" dt="2026-08-25T17:15:06.708" v="1695" actId="113"/>
          <ac:spMkLst>
            <pc:docMk/>
            <pc:sldMk cId="2028405343" sldId="270"/>
            <ac:spMk id="2" creationId="{088AED13-21CF-F14F-F767-3F972ED52FFB}"/>
          </ac:spMkLst>
        </pc:spChg>
        <pc:spChg chg="add del mod">
          <ac:chgData name="Sree Sree" userId="90eb979881459ea9" providerId="LiveId" clId="{9B98721C-3D13-4823-91D6-84644FEBFC2B}" dt="2026-08-25T17:13:41.542" v="1629"/>
          <ac:spMkLst>
            <pc:docMk/>
            <pc:sldMk cId="2028405343" sldId="270"/>
            <ac:spMk id="6" creationId="{4746452F-B439-29E8-D971-D94DE15DE328}"/>
          </ac:spMkLst>
        </pc:spChg>
        <pc:spChg chg="mod">
          <ac:chgData name="Sree Sree" userId="90eb979881459ea9" providerId="LiveId" clId="{9B98721C-3D13-4823-91D6-84644FEBFC2B}" dt="2026-08-25T17:25:50.065" v="1909" actId="122"/>
          <ac:spMkLst>
            <pc:docMk/>
            <pc:sldMk cId="2028405343" sldId="270"/>
            <ac:spMk id="13" creationId="{5F15397C-901B-81B6-9254-91B0B492F598}"/>
          </ac:spMkLst>
        </pc:spChg>
        <pc:spChg chg="del mod">
          <ac:chgData name="Sree Sree" userId="90eb979881459ea9" providerId="LiveId" clId="{9B98721C-3D13-4823-91D6-84644FEBFC2B}" dt="2026-08-25T17:14:35.398" v="1684" actId="478"/>
          <ac:spMkLst>
            <pc:docMk/>
            <pc:sldMk cId="2028405343" sldId="270"/>
            <ac:spMk id="14" creationId="{E32621B4-3273-4FB3-960A-39F284217F3A}"/>
          </ac:spMkLst>
        </pc:spChg>
        <pc:picChg chg="mod">
          <ac:chgData name="Sree Sree" userId="90eb979881459ea9" providerId="LiveId" clId="{9B98721C-3D13-4823-91D6-84644FEBFC2B}" dt="2026-08-25T17:14:12.347" v="1661" actId="1076"/>
          <ac:picMkLst>
            <pc:docMk/>
            <pc:sldMk cId="2028405343" sldId="270"/>
            <ac:picMk id="4" creationId="{9C240479-F757-E5C0-5664-790CE6214E86}"/>
          </ac:picMkLst>
        </pc:picChg>
        <pc:picChg chg="mod">
          <ac:chgData name="Sree Sree" userId="90eb979881459ea9" providerId="LiveId" clId="{9B98721C-3D13-4823-91D6-84644FEBFC2B}" dt="2026-08-25T17:14:17.326" v="1663" actId="1076"/>
          <ac:picMkLst>
            <pc:docMk/>
            <pc:sldMk cId="2028405343" sldId="270"/>
            <ac:picMk id="5" creationId="{40DA8358-CABE-4480-48E4-FFB95D587150}"/>
          </ac:picMkLst>
        </pc:picChg>
        <pc:picChg chg="add mod ord">
          <ac:chgData name="Sree Sree" userId="90eb979881459ea9" providerId="LiveId" clId="{9B98721C-3D13-4823-91D6-84644FEBFC2B}" dt="2026-08-25T17:15:15.176" v="1698" actId="1076"/>
          <ac:picMkLst>
            <pc:docMk/>
            <pc:sldMk cId="2028405343" sldId="270"/>
            <ac:picMk id="7" creationId="{6754F9AE-CC5F-B74F-A5D2-005E50C65F14}"/>
          </ac:picMkLst>
        </pc:picChg>
        <pc:picChg chg="add mod">
          <ac:chgData name="Sree Sree" userId="90eb979881459ea9" providerId="LiveId" clId="{9B98721C-3D13-4823-91D6-84644FEBFC2B}" dt="2026-08-25T17:15:20.594" v="1701" actId="14100"/>
          <ac:picMkLst>
            <pc:docMk/>
            <pc:sldMk cId="2028405343" sldId="270"/>
            <ac:picMk id="9" creationId="{87DE334E-45AF-E015-A2B9-709E24A8D207}"/>
          </ac:picMkLst>
        </pc:picChg>
        <pc:picChg chg="add del">
          <ac:chgData name="Sree Sree" userId="90eb979881459ea9" providerId="LiveId" clId="{9B98721C-3D13-4823-91D6-84644FEBFC2B}" dt="2026-08-25T17:16:23.533" v="1708" actId="478"/>
          <ac:picMkLst>
            <pc:docMk/>
            <pc:sldMk cId="2028405343" sldId="270"/>
            <ac:picMk id="11" creationId="{C6E5F316-1307-D29B-A126-272F2D4BFA6B}"/>
          </ac:picMkLst>
        </pc:picChg>
        <pc:picChg chg="add del">
          <ac:chgData name="Sree Sree" userId="90eb979881459ea9" providerId="LiveId" clId="{9B98721C-3D13-4823-91D6-84644FEBFC2B}" dt="2026-08-25T17:16:21.850" v="1707" actId="478"/>
          <ac:picMkLst>
            <pc:docMk/>
            <pc:sldMk cId="2028405343" sldId="270"/>
            <ac:picMk id="15" creationId="{D039846E-D5CD-D171-36DF-0EA8D3C19899}"/>
          </ac:picMkLst>
        </pc:picChg>
      </pc:sldChg>
      <pc:sldChg chg="modSp mod">
        <pc:chgData name="Sree Sree" userId="90eb979881459ea9" providerId="LiveId" clId="{9B98721C-3D13-4823-91D6-84644FEBFC2B}" dt="2026-08-25T17:49:33.545" v="2152" actId="6549"/>
        <pc:sldMkLst>
          <pc:docMk/>
          <pc:sldMk cId="933502272" sldId="271"/>
        </pc:sldMkLst>
        <pc:spChg chg="mod">
          <ac:chgData name="Sree Sree" userId="90eb979881459ea9" providerId="LiveId" clId="{9B98721C-3D13-4823-91D6-84644FEBFC2B}" dt="2026-08-25T17:49:33.545" v="2152" actId="6549"/>
          <ac:spMkLst>
            <pc:docMk/>
            <pc:sldMk cId="933502272" sldId="271"/>
            <ac:spMk id="3" creationId="{2E62AA3B-E2E3-4FB0-2233-BCD149536157}"/>
          </ac:spMkLst>
        </pc:spChg>
      </pc:sldChg>
      <pc:sldChg chg="addSp delSp modSp mod">
        <pc:chgData name="Sree Sree" userId="90eb979881459ea9" providerId="LiveId" clId="{9B98721C-3D13-4823-91D6-84644FEBFC2B}" dt="2026-08-07T02:49:39.489" v="106" actId="1076"/>
        <pc:sldMkLst>
          <pc:docMk/>
          <pc:sldMk cId="2893789684" sldId="272"/>
        </pc:sldMkLst>
        <pc:spChg chg="mod">
          <ac:chgData name="Sree Sree" userId="90eb979881459ea9" providerId="LiveId" clId="{9B98721C-3D13-4823-91D6-84644FEBFC2B}" dt="2026-08-07T02:48:23.039" v="103" actId="1076"/>
          <ac:spMkLst>
            <pc:docMk/>
            <pc:sldMk cId="2893789684" sldId="272"/>
            <ac:spMk id="2" creationId="{E07DAEA4-62AA-C5A1-7CC3-03F0418C9E54}"/>
          </ac:spMkLst>
        </pc:spChg>
        <pc:picChg chg="mod">
          <ac:chgData name="Sree Sree" userId="90eb979881459ea9" providerId="LiveId" clId="{9B98721C-3D13-4823-91D6-84644FEBFC2B}" dt="2026-08-07T02:49:39.489" v="106" actId="1076"/>
          <ac:picMkLst>
            <pc:docMk/>
            <pc:sldMk cId="2893789684" sldId="272"/>
            <ac:picMk id="5" creationId="{5D366F29-16EC-A742-A251-AA1528CA2B91}"/>
          </ac:picMkLst>
        </pc:picChg>
        <pc:picChg chg="add mod">
          <ac:chgData name="Sree Sree" userId="90eb979881459ea9" providerId="LiveId" clId="{9B98721C-3D13-4823-91D6-84644FEBFC2B}" dt="2026-08-07T02:49:36.970" v="105" actId="1076"/>
          <ac:picMkLst>
            <pc:docMk/>
            <pc:sldMk cId="2893789684" sldId="272"/>
            <ac:picMk id="6" creationId="{5EFE22B4-9940-AF94-AE6A-498EF5309015}"/>
          </ac:picMkLst>
        </pc:picChg>
      </pc:sldChg>
      <pc:sldChg chg="addSp delSp modSp mod">
        <pc:chgData name="Sree Sree" userId="90eb979881459ea9" providerId="LiveId" clId="{9B98721C-3D13-4823-91D6-84644FEBFC2B}" dt="2026-08-25T16:07:07.855" v="541" actId="14100"/>
        <pc:sldMkLst>
          <pc:docMk/>
          <pc:sldMk cId="2335708836" sldId="273"/>
        </pc:sldMkLst>
        <pc:spChg chg="mod">
          <ac:chgData name="Sree Sree" userId="90eb979881459ea9" providerId="LiveId" clId="{9B98721C-3D13-4823-91D6-84644FEBFC2B}" dt="2026-08-25T16:01:02.185" v="481" actId="1076"/>
          <ac:spMkLst>
            <pc:docMk/>
            <pc:sldMk cId="2335708836" sldId="273"/>
            <ac:spMk id="2" creationId="{1D9B20CB-A8BE-C92F-A01E-8E969182C54D}"/>
          </ac:spMkLst>
        </pc:spChg>
        <pc:spChg chg="add del mod">
          <ac:chgData name="Sree Sree" userId="90eb979881459ea9" providerId="LiveId" clId="{9B98721C-3D13-4823-91D6-84644FEBFC2B}" dt="2026-08-25T16:00:46.509" v="475" actId="22"/>
          <ac:spMkLst>
            <pc:docMk/>
            <pc:sldMk cId="2335708836" sldId="273"/>
            <ac:spMk id="4" creationId="{75460CBB-3D82-D53C-DE34-797C10BC1BC9}"/>
          </ac:spMkLst>
        </pc:spChg>
        <pc:picChg chg="add mod ord">
          <ac:chgData name="Sree Sree" userId="90eb979881459ea9" providerId="LiveId" clId="{9B98721C-3D13-4823-91D6-84644FEBFC2B}" dt="2026-08-25T16:02:51.857" v="491" actId="14100"/>
          <ac:picMkLst>
            <pc:docMk/>
            <pc:sldMk cId="2335708836" sldId="273"/>
            <ac:picMk id="5" creationId="{EB8764EA-F4A7-78A4-3DBC-B979FEC7DBC5}"/>
          </ac:picMkLst>
        </pc:picChg>
        <pc:picChg chg="add mod">
          <ac:chgData name="Sree Sree" userId="90eb979881459ea9" providerId="LiveId" clId="{9B98721C-3D13-4823-91D6-84644FEBFC2B}" dt="2026-08-25T16:03:46.509" v="495" actId="14100"/>
          <ac:picMkLst>
            <pc:docMk/>
            <pc:sldMk cId="2335708836" sldId="273"/>
            <ac:picMk id="7" creationId="{8EFD3292-0D5F-E9A6-113B-3C1B09763535}"/>
          </ac:picMkLst>
        </pc:picChg>
        <pc:picChg chg="mod">
          <ac:chgData name="Sree Sree" userId="90eb979881459ea9" providerId="LiveId" clId="{9B98721C-3D13-4823-91D6-84644FEBFC2B}" dt="2026-08-25T16:00:51.651" v="477" actId="14100"/>
          <ac:picMkLst>
            <pc:docMk/>
            <pc:sldMk cId="2335708836" sldId="273"/>
            <ac:picMk id="8" creationId="{2CD492CD-305E-8896-DF8A-CE297FAD667B}"/>
          </ac:picMkLst>
        </pc:picChg>
        <pc:picChg chg="mod">
          <ac:chgData name="Sree Sree" userId="90eb979881459ea9" providerId="LiveId" clId="{9B98721C-3D13-4823-91D6-84644FEBFC2B}" dt="2026-08-25T16:00:55.023" v="478" actId="14100"/>
          <ac:picMkLst>
            <pc:docMk/>
            <pc:sldMk cId="2335708836" sldId="273"/>
            <ac:picMk id="9" creationId="{DC7F1FC3-47D7-2E7E-01E1-C5E35F7482CB}"/>
          </ac:picMkLst>
        </pc:picChg>
        <pc:picChg chg="add mod">
          <ac:chgData name="Sree Sree" userId="90eb979881459ea9" providerId="LiveId" clId="{9B98721C-3D13-4823-91D6-84644FEBFC2B}" dt="2026-08-25T16:04:29.883" v="505" actId="14100"/>
          <ac:picMkLst>
            <pc:docMk/>
            <pc:sldMk cId="2335708836" sldId="273"/>
            <ac:picMk id="11" creationId="{E4439A0D-752E-75AE-EE33-2E32A1A37793}"/>
          </ac:picMkLst>
        </pc:picChg>
        <pc:picChg chg="add mod">
          <ac:chgData name="Sree Sree" userId="90eb979881459ea9" providerId="LiveId" clId="{9B98721C-3D13-4823-91D6-84644FEBFC2B}" dt="2026-08-25T16:06:50.963" v="536" actId="1076"/>
          <ac:picMkLst>
            <pc:docMk/>
            <pc:sldMk cId="2335708836" sldId="273"/>
            <ac:picMk id="13" creationId="{19F4F44F-39DB-4236-C77E-0BA1E997E613}"/>
          </ac:picMkLst>
        </pc:picChg>
        <pc:picChg chg="add mod">
          <ac:chgData name="Sree Sree" userId="90eb979881459ea9" providerId="LiveId" clId="{9B98721C-3D13-4823-91D6-84644FEBFC2B}" dt="2026-08-25T16:05:05.743" v="515" actId="14100"/>
          <ac:picMkLst>
            <pc:docMk/>
            <pc:sldMk cId="2335708836" sldId="273"/>
            <ac:picMk id="15" creationId="{3337A802-AF56-4A34-9DB2-5A8095FD00D8}"/>
          </ac:picMkLst>
        </pc:picChg>
        <pc:picChg chg="add mod">
          <ac:chgData name="Sree Sree" userId="90eb979881459ea9" providerId="LiveId" clId="{9B98721C-3D13-4823-91D6-84644FEBFC2B}" dt="2026-08-25T16:05:44.366" v="523" actId="14100"/>
          <ac:picMkLst>
            <pc:docMk/>
            <pc:sldMk cId="2335708836" sldId="273"/>
            <ac:picMk id="17" creationId="{EE9D930C-DEDA-61C6-7E79-E438605D646A}"/>
          </ac:picMkLst>
        </pc:picChg>
        <pc:picChg chg="add mod">
          <ac:chgData name="Sree Sree" userId="90eb979881459ea9" providerId="LiveId" clId="{9B98721C-3D13-4823-91D6-84644FEBFC2B}" dt="2026-08-25T16:06:12.521" v="528" actId="1076"/>
          <ac:picMkLst>
            <pc:docMk/>
            <pc:sldMk cId="2335708836" sldId="273"/>
            <ac:picMk id="19" creationId="{6947B2E3-BE90-7B41-6B47-B78706205B06}"/>
          </ac:picMkLst>
        </pc:picChg>
        <pc:picChg chg="add mod">
          <ac:chgData name="Sree Sree" userId="90eb979881459ea9" providerId="LiveId" clId="{9B98721C-3D13-4823-91D6-84644FEBFC2B}" dt="2026-08-25T16:07:07.855" v="541" actId="14100"/>
          <ac:picMkLst>
            <pc:docMk/>
            <pc:sldMk cId="2335708836" sldId="273"/>
            <ac:picMk id="21" creationId="{C6F43C48-0645-B1B6-A16F-829F0F96C701}"/>
          </ac:picMkLst>
        </pc:picChg>
      </pc:sldChg>
      <pc:sldChg chg="modSp mod">
        <pc:chgData name="Sree Sree" userId="90eb979881459ea9" providerId="LiveId" clId="{9B98721C-3D13-4823-91D6-84644FEBFC2B}" dt="2026-08-25T15:39:21.855" v="211" actId="113"/>
        <pc:sldMkLst>
          <pc:docMk/>
          <pc:sldMk cId="3423699095" sldId="274"/>
        </pc:sldMkLst>
        <pc:spChg chg="mod">
          <ac:chgData name="Sree Sree" userId="90eb979881459ea9" providerId="LiveId" clId="{9B98721C-3D13-4823-91D6-84644FEBFC2B}" dt="2026-08-25T15:39:21.855" v="211" actId="113"/>
          <ac:spMkLst>
            <pc:docMk/>
            <pc:sldMk cId="3423699095" sldId="274"/>
            <ac:spMk id="2" creationId="{ED296690-C8B8-6B27-64BC-6B6E1F3E3B44}"/>
          </ac:spMkLst>
        </pc:spChg>
        <pc:graphicFrameChg chg="mod modGraphic">
          <ac:chgData name="Sree Sree" userId="90eb979881459ea9" providerId="LiveId" clId="{9B98721C-3D13-4823-91D6-84644FEBFC2B}" dt="2026-08-07T04:25:38.699" v="184" actId="20577"/>
          <ac:graphicFrameMkLst>
            <pc:docMk/>
            <pc:sldMk cId="3423699095" sldId="274"/>
            <ac:graphicFrameMk id="8" creationId="{21B170BB-7A3C-EFE1-490D-316196D00051}"/>
          </ac:graphicFrameMkLst>
        </pc:graphicFrameChg>
      </pc:sldChg>
      <pc:sldChg chg="modSp mod">
        <pc:chgData name="Sree Sree" userId="90eb979881459ea9" providerId="LiveId" clId="{9B98721C-3D13-4823-91D6-84644FEBFC2B}" dt="2026-08-07T02:41:35.314" v="8" actId="1076"/>
        <pc:sldMkLst>
          <pc:docMk/>
          <pc:sldMk cId="2667674584" sldId="275"/>
        </pc:sldMkLst>
        <pc:spChg chg="mod">
          <ac:chgData name="Sree Sree" userId="90eb979881459ea9" providerId="LiveId" clId="{9B98721C-3D13-4823-91D6-84644FEBFC2B}" dt="2026-08-07T02:41:35.314" v="8" actId="1076"/>
          <ac:spMkLst>
            <pc:docMk/>
            <pc:sldMk cId="2667674584" sldId="275"/>
            <ac:spMk id="2" creationId="{753BE42E-B983-DD51-7A2C-7D93D369F12B}"/>
          </ac:spMkLst>
        </pc:spChg>
      </pc:sldChg>
      <pc:sldChg chg="addSp delSp modSp mod">
        <pc:chgData name="Sree Sree" userId="90eb979881459ea9" providerId="LiveId" clId="{9B98721C-3D13-4823-91D6-84644FEBFC2B}" dt="2026-08-25T16:25:55.457" v="812" actId="1076"/>
        <pc:sldMkLst>
          <pc:docMk/>
          <pc:sldMk cId="741617619" sldId="276"/>
        </pc:sldMkLst>
        <pc:spChg chg="mod">
          <ac:chgData name="Sree Sree" userId="90eb979881459ea9" providerId="LiveId" clId="{9B98721C-3D13-4823-91D6-84644FEBFC2B}" dt="2026-08-25T16:20:58.133" v="751" actId="27636"/>
          <ac:spMkLst>
            <pc:docMk/>
            <pc:sldMk cId="741617619" sldId="276"/>
            <ac:spMk id="2" creationId="{97161E84-BB79-3E29-C46C-5BF78A8E554D}"/>
          </ac:spMkLst>
        </pc:spChg>
        <pc:spChg chg="add del mod">
          <ac:chgData name="Sree Sree" userId="90eb979881459ea9" providerId="LiveId" clId="{9B98721C-3D13-4823-91D6-84644FEBFC2B}" dt="2026-08-25T16:20:29.529" v="740" actId="22"/>
          <ac:spMkLst>
            <pc:docMk/>
            <pc:sldMk cId="741617619" sldId="276"/>
            <ac:spMk id="4" creationId="{FA8624B8-8D53-041C-5BB5-E7EE838B9430}"/>
          </ac:spMkLst>
        </pc:spChg>
        <pc:picChg chg="add mod ord">
          <ac:chgData name="Sree Sree" userId="90eb979881459ea9" providerId="LiveId" clId="{9B98721C-3D13-4823-91D6-84644FEBFC2B}" dt="2026-08-25T16:22:45.070" v="772" actId="14100"/>
          <ac:picMkLst>
            <pc:docMk/>
            <pc:sldMk cId="741617619" sldId="276"/>
            <ac:picMk id="5" creationId="{30494038-B03D-55CA-D79B-1EF5CED647DA}"/>
          </ac:picMkLst>
        </pc:picChg>
        <pc:picChg chg="add mod">
          <ac:chgData name="Sree Sree" userId="90eb979881459ea9" providerId="LiveId" clId="{9B98721C-3D13-4823-91D6-84644FEBFC2B}" dt="2026-08-25T16:22:49.247" v="774" actId="14100"/>
          <ac:picMkLst>
            <pc:docMk/>
            <pc:sldMk cId="741617619" sldId="276"/>
            <ac:picMk id="7" creationId="{53122681-3709-4E30-8C32-90CC8BB72761}"/>
          </ac:picMkLst>
        </pc:picChg>
        <pc:picChg chg="mod">
          <ac:chgData name="Sree Sree" userId="90eb979881459ea9" providerId="LiveId" clId="{9B98721C-3D13-4823-91D6-84644FEBFC2B}" dt="2026-08-25T16:20:34.886" v="742" actId="14100"/>
          <ac:picMkLst>
            <pc:docMk/>
            <pc:sldMk cId="741617619" sldId="276"/>
            <ac:picMk id="8" creationId="{066F734F-87EA-487B-2F50-2CC6EA0AC81D}"/>
          </ac:picMkLst>
        </pc:picChg>
        <pc:picChg chg="mod">
          <ac:chgData name="Sree Sree" userId="90eb979881459ea9" providerId="LiveId" clId="{9B98721C-3D13-4823-91D6-84644FEBFC2B}" dt="2026-08-25T16:20:41.096" v="743" actId="14100"/>
          <ac:picMkLst>
            <pc:docMk/>
            <pc:sldMk cId="741617619" sldId="276"/>
            <ac:picMk id="9" creationId="{E7FA7119-F914-CDB6-C15E-66579BEA00B5}"/>
          </ac:picMkLst>
        </pc:picChg>
        <pc:picChg chg="add mod">
          <ac:chgData name="Sree Sree" userId="90eb979881459ea9" providerId="LiveId" clId="{9B98721C-3D13-4823-91D6-84644FEBFC2B}" dt="2026-08-25T16:22:55.175" v="776" actId="14100"/>
          <ac:picMkLst>
            <pc:docMk/>
            <pc:sldMk cId="741617619" sldId="276"/>
            <ac:picMk id="11" creationId="{CA6AE1E5-3020-F286-F245-B44D434F9E36}"/>
          </ac:picMkLst>
        </pc:picChg>
        <pc:picChg chg="add mod">
          <ac:chgData name="Sree Sree" userId="90eb979881459ea9" providerId="LiveId" clId="{9B98721C-3D13-4823-91D6-84644FEBFC2B}" dt="2026-08-25T16:22:59.630" v="778" actId="14100"/>
          <ac:picMkLst>
            <pc:docMk/>
            <pc:sldMk cId="741617619" sldId="276"/>
            <ac:picMk id="13" creationId="{ADEDF2AE-0A3F-BF8C-91DA-68A3947DEA00}"/>
          </ac:picMkLst>
        </pc:picChg>
        <pc:picChg chg="add mod">
          <ac:chgData name="Sree Sree" userId="90eb979881459ea9" providerId="LiveId" clId="{9B98721C-3D13-4823-91D6-84644FEBFC2B}" dt="2026-08-25T16:23:28.981" v="784" actId="1076"/>
          <ac:picMkLst>
            <pc:docMk/>
            <pc:sldMk cId="741617619" sldId="276"/>
            <ac:picMk id="15" creationId="{C0ED933D-3212-E511-6489-C8964A8B195F}"/>
          </ac:picMkLst>
        </pc:picChg>
        <pc:picChg chg="add mod">
          <ac:chgData name="Sree Sree" userId="90eb979881459ea9" providerId="LiveId" clId="{9B98721C-3D13-4823-91D6-84644FEBFC2B}" dt="2026-08-25T16:24:29.007" v="793" actId="14100"/>
          <ac:picMkLst>
            <pc:docMk/>
            <pc:sldMk cId="741617619" sldId="276"/>
            <ac:picMk id="17" creationId="{172606B3-5B15-8219-B193-99ED9BCA1A07}"/>
          </ac:picMkLst>
        </pc:picChg>
        <pc:picChg chg="add mod">
          <ac:chgData name="Sree Sree" userId="90eb979881459ea9" providerId="LiveId" clId="{9B98721C-3D13-4823-91D6-84644FEBFC2B}" dt="2026-08-25T16:24:33.634" v="795" actId="14100"/>
          <ac:picMkLst>
            <pc:docMk/>
            <pc:sldMk cId="741617619" sldId="276"/>
            <ac:picMk id="19" creationId="{F699C51D-BBA0-52C2-BB34-B32C78288554}"/>
          </ac:picMkLst>
        </pc:picChg>
        <pc:picChg chg="add mod">
          <ac:chgData name="Sree Sree" userId="90eb979881459ea9" providerId="LiveId" clId="{9B98721C-3D13-4823-91D6-84644FEBFC2B}" dt="2026-08-25T16:24:58.019" v="799" actId="14100"/>
          <ac:picMkLst>
            <pc:docMk/>
            <pc:sldMk cId="741617619" sldId="276"/>
            <ac:picMk id="21" creationId="{E1729389-F113-69DF-94B2-4431E9A1DDDF}"/>
          </ac:picMkLst>
        </pc:picChg>
        <pc:picChg chg="add mod">
          <ac:chgData name="Sree Sree" userId="90eb979881459ea9" providerId="LiveId" clId="{9B98721C-3D13-4823-91D6-84644FEBFC2B}" dt="2026-08-25T16:25:23.089" v="805" actId="1076"/>
          <ac:picMkLst>
            <pc:docMk/>
            <pc:sldMk cId="741617619" sldId="276"/>
            <ac:picMk id="23" creationId="{010CC65C-F045-A30F-C2AC-DD278BB8C7FD}"/>
          </ac:picMkLst>
        </pc:picChg>
        <pc:picChg chg="add mod">
          <ac:chgData name="Sree Sree" userId="90eb979881459ea9" providerId="LiveId" clId="{9B98721C-3D13-4823-91D6-84644FEBFC2B}" dt="2026-08-25T16:25:55.457" v="812" actId="1076"/>
          <ac:picMkLst>
            <pc:docMk/>
            <pc:sldMk cId="741617619" sldId="276"/>
            <ac:picMk id="25" creationId="{606A295F-AD9B-DF01-CE9C-D8015160978B}"/>
          </ac:picMkLst>
        </pc:picChg>
      </pc:sldChg>
      <pc:sldChg chg="addSp delSp modSp mod">
        <pc:chgData name="Sree Sree" userId="90eb979881459ea9" providerId="LiveId" clId="{9B98721C-3D13-4823-91D6-84644FEBFC2B}" dt="2026-08-25T16:43:49.058" v="1135" actId="255"/>
        <pc:sldMkLst>
          <pc:docMk/>
          <pc:sldMk cId="3503072019" sldId="277"/>
        </pc:sldMkLst>
        <pc:spChg chg="mod">
          <ac:chgData name="Sree Sree" userId="90eb979881459ea9" providerId="LiveId" clId="{9B98721C-3D13-4823-91D6-84644FEBFC2B}" dt="2026-08-25T16:36:14.408" v="1052" actId="20577"/>
          <ac:spMkLst>
            <pc:docMk/>
            <pc:sldMk cId="3503072019" sldId="277"/>
            <ac:spMk id="2" creationId="{EB306F67-3AE9-FBA3-6E40-3C6027EE63EB}"/>
          </ac:spMkLst>
        </pc:spChg>
        <pc:spChg chg="mod">
          <ac:chgData name="Sree Sree" userId="90eb979881459ea9" providerId="LiveId" clId="{9B98721C-3D13-4823-91D6-84644FEBFC2B}" dt="2026-08-25T16:43:49.058" v="1135" actId="255"/>
          <ac:spMkLst>
            <pc:docMk/>
            <pc:sldMk cId="3503072019" sldId="277"/>
            <ac:spMk id="3" creationId="{62249E9F-196D-9025-1228-BD6BB1F6CF71}"/>
          </ac:spMkLst>
        </pc:spChg>
        <pc:picChg chg="mod">
          <ac:chgData name="Sree Sree" userId="90eb979881459ea9" providerId="LiveId" clId="{9B98721C-3D13-4823-91D6-84644FEBFC2B}" dt="2026-08-25T16:36:19.689" v="1053" actId="14100"/>
          <ac:picMkLst>
            <pc:docMk/>
            <pc:sldMk cId="3503072019" sldId="277"/>
            <ac:picMk id="4" creationId="{6B43D743-A20E-F75B-C96C-0FC1420C99B8}"/>
          </ac:picMkLst>
        </pc:picChg>
        <pc:picChg chg="mod">
          <ac:chgData name="Sree Sree" userId="90eb979881459ea9" providerId="LiveId" clId="{9B98721C-3D13-4823-91D6-84644FEBFC2B}" dt="2026-08-25T16:36:23.560" v="1054" actId="14100"/>
          <ac:picMkLst>
            <pc:docMk/>
            <pc:sldMk cId="3503072019" sldId="277"/>
            <ac:picMk id="5" creationId="{247573FF-E65B-1AC1-8B97-C929BC6ACE4E}"/>
          </ac:picMkLst>
        </pc:picChg>
        <pc:picChg chg="add mod">
          <ac:chgData name="Sree Sree" userId="90eb979881459ea9" providerId="LiveId" clId="{9B98721C-3D13-4823-91D6-84644FEBFC2B}" dt="2026-08-25T16:41:44.464" v="1105" actId="1076"/>
          <ac:picMkLst>
            <pc:docMk/>
            <pc:sldMk cId="3503072019" sldId="277"/>
            <ac:picMk id="8" creationId="{4835F9EC-F2E2-2A0D-E694-99F95B5AB914}"/>
          </ac:picMkLst>
        </pc:picChg>
      </pc:sldChg>
      <pc:sldChg chg="addSp delSp modSp mod">
        <pc:chgData name="Sree Sree" userId="90eb979881459ea9" providerId="LiveId" clId="{9B98721C-3D13-4823-91D6-84644FEBFC2B}" dt="2026-08-25T16:49:31.277" v="1187" actId="1076"/>
        <pc:sldMkLst>
          <pc:docMk/>
          <pc:sldMk cId="412324543" sldId="278"/>
        </pc:sldMkLst>
        <pc:spChg chg="mod">
          <ac:chgData name="Sree Sree" userId="90eb979881459ea9" providerId="LiveId" clId="{9B98721C-3D13-4823-91D6-84644FEBFC2B}" dt="2026-08-25T16:45:08.073" v="1143" actId="1076"/>
          <ac:spMkLst>
            <pc:docMk/>
            <pc:sldMk cId="412324543" sldId="278"/>
            <ac:spMk id="2" creationId="{6C421ED8-91E5-A266-11C8-73A9550ADB0C}"/>
          </ac:spMkLst>
        </pc:spChg>
        <pc:spChg chg="add del mod">
          <ac:chgData name="Sree Sree" userId="90eb979881459ea9" providerId="LiveId" clId="{9B98721C-3D13-4823-91D6-84644FEBFC2B}" dt="2026-08-25T16:45:10.189" v="1145" actId="478"/>
          <ac:spMkLst>
            <pc:docMk/>
            <pc:sldMk cId="412324543" sldId="278"/>
            <ac:spMk id="4" creationId="{9BF6B0C7-AB20-83A4-7F28-E666E12A6EC0}"/>
          </ac:spMkLst>
        </pc:spChg>
        <pc:picChg chg="add mod">
          <ac:chgData name="Sree Sree" userId="90eb979881459ea9" providerId="LiveId" clId="{9B98721C-3D13-4823-91D6-84644FEBFC2B}" dt="2026-08-25T16:49:22.868" v="1185" actId="1076"/>
          <ac:picMkLst>
            <pc:docMk/>
            <pc:sldMk cId="412324543" sldId="278"/>
            <ac:picMk id="5" creationId="{479D37F0-6B57-BB31-524A-1C35E9E2FAE7}"/>
          </ac:picMkLst>
        </pc:picChg>
        <pc:picChg chg="add mod">
          <ac:chgData name="Sree Sree" userId="90eb979881459ea9" providerId="LiveId" clId="{9B98721C-3D13-4823-91D6-84644FEBFC2B}" dt="2026-08-25T16:49:15.357" v="1184" actId="1076"/>
          <ac:picMkLst>
            <pc:docMk/>
            <pc:sldMk cId="412324543" sldId="278"/>
            <ac:picMk id="7" creationId="{392E4F82-0816-06E3-14C8-2936C6126948}"/>
          </ac:picMkLst>
        </pc:picChg>
        <pc:picChg chg="mod">
          <ac:chgData name="Sree Sree" userId="90eb979881459ea9" providerId="LiveId" clId="{9B98721C-3D13-4823-91D6-84644FEBFC2B}" dt="2026-08-25T16:45:16.651" v="1148" actId="1076"/>
          <ac:picMkLst>
            <pc:docMk/>
            <pc:sldMk cId="412324543" sldId="278"/>
            <ac:picMk id="8" creationId="{3EFE1FCB-ACD2-C863-9BD2-727E7DF16E8C}"/>
          </ac:picMkLst>
        </pc:picChg>
        <pc:picChg chg="mod">
          <ac:chgData name="Sree Sree" userId="90eb979881459ea9" providerId="LiveId" clId="{9B98721C-3D13-4823-91D6-84644FEBFC2B}" dt="2026-08-25T16:45:21.009" v="1149" actId="14100"/>
          <ac:picMkLst>
            <pc:docMk/>
            <pc:sldMk cId="412324543" sldId="278"/>
            <ac:picMk id="9" creationId="{3FDE552A-155A-F709-6E13-4385B46B0010}"/>
          </ac:picMkLst>
        </pc:picChg>
        <pc:picChg chg="add mod">
          <ac:chgData name="Sree Sree" userId="90eb979881459ea9" providerId="LiveId" clId="{9B98721C-3D13-4823-91D6-84644FEBFC2B}" dt="2026-08-25T16:49:11.563" v="1183" actId="1076"/>
          <ac:picMkLst>
            <pc:docMk/>
            <pc:sldMk cId="412324543" sldId="278"/>
            <ac:picMk id="11" creationId="{C76980F5-17BA-35C2-E0FB-E4FA28AF411C}"/>
          </ac:picMkLst>
        </pc:picChg>
        <pc:picChg chg="add mod">
          <ac:chgData name="Sree Sree" userId="90eb979881459ea9" providerId="LiveId" clId="{9B98721C-3D13-4823-91D6-84644FEBFC2B}" dt="2026-08-25T16:49:09.743" v="1182" actId="1076"/>
          <ac:picMkLst>
            <pc:docMk/>
            <pc:sldMk cId="412324543" sldId="278"/>
            <ac:picMk id="13" creationId="{6BEF73D7-3878-DCF4-037C-E1B60E1C11DB}"/>
          </ac:picMkLst>
        </pc:picChg>
        <pc:picChg chg="add mod">
          <ac:chgData name="Sree Sree" userId="90eb979881459ea9" providerId="LiveId" clId="{9B98721C-3D13-4823-91D6-84644FEBFC2B}" dt="2026-08-25T16:49:31.277" v="1187" actId="1076"/>
          <ac:picMkLst>
            <pc:docMk/>
            <pc:sldMk cId="412324543" sldId="278"/>
            <ac:picMk id="15" creationId="{E5D1C149-8CA9-03AC-598C-7A48C1A6293C}"/>
          </ac:picMkLst>
        </pc:picChg>
      </pc:sldChg>
      <pc:sldChg chg="modSp add mod">
        <pc:chgData name="Sree Sree" userId="90eb979881459ea9" providerId="LiveId" clId="{9B98721C-3D13-4823-91D6-84644FEBFC2B}" dt="2026-08-25T15:40:56.092" v="215" actId="5793"/>
        <pc:sldMkLst>
          <pc:docMk/>
          <pc:sldMk cId="3563129825" sldId="279"/>
        </pc:sldMkLst>
        <pc:spChg chg="mod">
          <ac:chgData name="Sree Sree" userId="90eb979881459ea9" providerId="LiveId" clId="{9B98721C-3D13-4823-91D6-84644FEBFC2B}" dt="2026-08-25T15:40:56.092" v="215" actId="5793"/>
          <ac:spMkLst>
            <pc:docMk/>
            <pc:sldMk cId="3563129825" sldId="279"/>
            <ac:spMk id="7" creationId="{FB232F64-458F-B9CB-8F08-D7C0E86869FB}"/>
          </ac:spMkLst>
        </pc:spChg>
        <pc:picChg chg="mod">
          <ac:chgData name="Sree Sree" userId="90eb979881459ea9" providerId="LiveId" clId="{9B98721C-3D13-4823-91D6-84644FEBFC2B}" dt="2026-08-25T15:37:09.145" v="202" actId="1076"/>
          <ac:picMkLst>
            <pc:docMk/>
            <pc:sldMk cId="3563129825" sldId="279"/>
            <ac:picMk id="4" creationId="{2B03FE10-445A-6A67-93EB-5EFF532548CE}"/>
          </ac:picMkLst>
        </pc:picChg>
        <pc:picChg chg="mod">
          <ac:chgData name="Sree Sree" userId="90eb979881459ea9" providerId="LiveId" clId="{9B98721C-3D13-4823-91D6-84644FEBFC2B}" dt="2026-08-25T15:36:59.292" v="201" actId="1076"/>
          <ac:picMkLst>
            <pc:docMk/>
            <pc:sldMk cId="3563129825" sldId="279"/>
            <ac:picMk id="5" creationId="{4DD3C535-297F-1BE9-28D6-ECFFF88CF2D3}"/>
          </ac:picMkLst>
        </pc:picChg>
      </pc:sldChg>
      <pc:sldChg chg="addSp delSp modSp new mod">
        <pc:chgData name="Sree Sree" userId="90eb979881459ea9" providerId="LiveId" clId="{9B98721C-3D13-4823-91D6-84644FEBFC2B}" dt="2026-08-25T16:11:19.151" v="598" actId="1076"/>
        <pc:sldMkLst>
          <pc:docMk/>
          <pc:sldMk cId="1031492212" sldId="280"/>
        </pc:sldMkLst>
        <pc:spChg chg="del">
          <ac:chgData name="Sree Sree" userId="90eb979881459ea9" providerId="LiveId" clId="{9B98721C-3D13-4823-91D6-84644FEBFC2B}" dt="2026-08-25T16:07:16.980" v="543" actId="478"/>
          <ac:spMkLst>
            <pc:docMk/>
            <pc:sldMk cId="1031492212" sldId="280"/>
            <ac:spMk id="2" creationId="{A22AA13C-B5F4-CAB0-4420-0BF88C268278}"/>
          </ac:spMkLst>
        </pc:spChg>
        <pc:spChg chg="del">
          <ac:chgData name="Sree Sree" userId="90eb979881459ea9" providerId="LiveId" clId="{9B98721C-3D13-4823-91D6-84644FEBFC2B}" dt="2026-08-25T16:07:58.518" v="544" actId="22"/>
          <ac:spMkLst>
            <pc:docMk/>
            <pc:sldMk cId="1031492212" sldId="280"/>
            <ac:spMk id="3" creationId="{D7268ADD-3822-49F1-FB24-A1E99D1E51F3}"/>
          </ac:spMkLst>
        </pc:spChg>
        <pc:picChg chg="add mod ord">
          <ac:chgData name="Sree Sree" userId="90eb979881459ea9" providerId="LiveId" clId="{9B98721C-3D13-4823-91D6-84644FEBFC2B}" dt="2026-08-25T16:09:24.905" v="567" actId="1076"/>
          <ac:picMkLst>
            <pc:docMk/>
            <pc:sldMk cId="1031492212" sldId="280"/>
            <ac:picMk id="5" creationId="{ADFAEEA9-F5B0-1AA4-4A0D-EF008AAF4248}"/>
          </ac:picMkLst>
        </pc:picChg>
        <pc:picChg chg="add mod">
          <ac:chgData name="Sree Sree" userId="90eb979881459ea9" providerId="LiveId" clId="{9B98721C-3D13-4823-91D6-84644FEBFC2B}" dt="2026-08-25T16:09:26.749" v="568" actId="1076"/>
          <ac:picMkLst>
            <pc:docMk/>
            <pc:sldMk cId="1031492212" sldId="280"/>
            <ac:picMk id="7" creationId="{82C67B61-ACE2-BD02-E126-3BB0AB84B017}"/>
          </ac:picMkLst>
        </pc:picChg>
        <pc:picChg chg="add mod">
          <ac:chgData name="Sree Sree" userId="90eb979881459ea9" providerId="LiveId" clId="{9B98721C-3D13-4823-91D6-84644FEBFC2B}" dt="2026-08-25T16:10:40.170" v="585" actId="14100"/>
          <ac:picMkLst>
            <pc:docMk/>
            <pc:sldMk cId="1031492212" sldId="280"/>
            <ac:picMk id="9" creationId="{201EE685-A87B-8B39-372F-E5859FF53B19}"/>
          </ac:picMkLst>
        </pc:picChg>
        <pc:picChg chg="add mod">
          <ac:chgData name="Sree Sree" userId="90eb979881459ea9" providerId="LiveId" clId="{9B98721C-3D13-4823-91D6-84644FEBFC2B}" dt="2026-08-25T16:11:17.333" v="597" actId="1076"/>
          <ac:picMkLst>
            <pc:docMk/>
            <pc:sldMk cId="1031492212" sldId="280"/>
            <ac:picMk id="11" creationId="{BE57231C-51F7-C4EE-9E97-B3CFB78C93CE}"/>
          </ac:picMkLst>
        </pc:picChg>
        <pc:picChg chg="add del mod">
          <ac:chgData name="Sree Sree" userId="90eb979881459ea9" providerId="LiveId" clId="{9B98721C-3D13-4823-91D6-84644FEBFC2B}" dt="2026-08-25T16:10:15.841" v="580" actId="478"/>
          <ac:picMkLst>
            <pc:docMk/>
            <pc:sldMk cId="1031492212" sldId="280"/>
            <ac:picMk id="13" creationId="{A38AE775-CE9D-4734-F4EE-97388653473B}"/>
          </ac:picMkLst>
        </pc:picChg>
        <pc:picChg chg="add mod">
          <ac:chgData name="Sree Sree" userId="90eb979881459ea9" providerId="LiveId" clId="{9B98721C-3D13-4823-91D6-84644FEBFC2B}" dt="2026-08-25T16:11:14.370" v="595" actId="1076"/>
          <ac:picMkLst>
            <pc:docMk/>
            <pc:sldMk cId="1031492212" sldId="280"/>
            <ac:picMk id="15" creationId="{4DE1DF7E-A317-6765-55BF-9107DFF7D662}"/>
          </ac:picMkLst>
        </pc:picChg>
        <pc:picChg chg="add mod">
          <ac:chgData name="Sree Sree" userId="90eb979881459ea9" providerId="LiveId" clId="{9B98721C-3D13-4823-91D6-84644FEBFC2B}" dt="2026-08-25T16:11:19.151" v="598" actId="1076"/>
          <ac:picMkLst>
            <pc:docMk/>
            <pc:sldMk cId="1031492212" sldId="280"/>
            <ac:picMk id="17" creationId="{194A7448-C8B5-C5EB-54B2-2ABAB5D966D6}"/>
          </ac:picMkLst>
        </pc:picChg>
      </pc:sldChg>
      <pc:sldChg chg="addSp delSp modSp new mod">
        <pc:chgData name="Sree Sree" userId="90eb979881459ea9" providerId="LiveId" clId="{9B98721C-3D13-4823-91D6-84644FEBFC2B}" dt="2026-08-25T16:19:44.235" v="739" actId="1076"/>
        <pc:sldMkLst>
          <pc:docMk/>
          <pc:sldMk cId="1216490375" sldId="281"/>
        </pc:sldMkLst>
        <pc:spChg chg="del">
          <ac:chgData name="Sree Sree" userId="90eb979881459ea9" providerId="LiveId" clId="{9B98721C-3D13-4823-91D6-84644FEBFC2B}" dt="2026-08-25T16:18:41.924" v="723" actId="478"/>
          <ac:spMkLst>
            <pc:docMk/>
            <pc:sldMk cId="1216490375" sldId="281"/>
            <ac:spMk id="2" creationId="{DA781250-6401-E168-56AB-DA5F9E9FFD4E}"/>
          </ac:spMkLst>
        </pc:spChg>
        <pc:spChg chg="del">
          <ac:chgData name="Sree Sree" userId="90eb979881459ea9" providerId="LiveId" clId="{9B98721C-3D13-4823-91D6-84644FEBFC2B}" dt="2026-08-25T16:18:39.059" v="722" actId="22"/>
          <ac:spMkLst>
            <pc:docMk/>
            <pc:sldMk cId="1216490375" sldId="281"/>
            <ac:spMk id="3" creationId="{16588682-4A14-00E4-9675-93B81028F1E0}"/>
          </ac:spMkLst>
        </pc:spChg>
        <pc:picChg chg="add mod ord">
          <ac:chgData name="Sree Sree" userId="90eb979881459ea9" providerId="LiveId" clId="{9B98721C-3D13-4823-91D6-84644FEBFC2B}" dt="2026-08-25T16:18:49.849" v="726" actId="1076"/>
          <ac:picMkLst>
            <pc:docMk/>
            <pc:sldMk cId="1216490375" sldId="281"/>
            <ac:picMk id="5" creationId="{B8CCAF55-8167-0130-EB93-FF2B24346AD3}"/>
          </ac:picMkLst>
        </pc:picChg>
        <pc:picChg chg="add mod">
          <ac:chgData name="Sree Sree" userId="90eb979881459ea9" providerId="LiveId" clId="{9B98721C-3D13-4823-91D6-84644FEBFC2B}" dt="2026-08-25T16:19:44.235" v="739" actId="1076"/>
          <ac:picMkLst>
            <pc:docMk/>
            <pc:sldMk cId="1216490375" sldId="281"/>
            <ac:picMk id="7" creationId="{B9872F44-81FE-5EA3-4D19-3B332C367A28}"/>
          </ac:picMkLst>
        </pc:picChg>
      </pc:sldChg>
      <pc:sldChg chg="new del">
        <pc:chgData name="Sree Sree" userId="90eb979881459ea9" providerId="LiveId" clId="{9B98721C-3D13-4823-91D6-84644FEBFC2B}" dt="2026-08-25T16:50:20.929" v="1195" actId="680"/>
        <pc:sldMkLst>
          <pc:docMk/>
          <pc:sldMk cId="1054134815" sldId="282"/>
        </pc:sldMkLst>
      </pc:sldChg>
      <pc:sldChg chg="addSp delSp modSp new del mod">
        <pc:chgData name="Sree Sree" userId="90eb979881459ea9" providerId="LiveId" clId="{9B98721C-3D13-4823-91D6-84644FEBFC2B}" dt="2026-08-25T16:28:40.301" v="846" actId="2696"/>
        <pc:sldMkLst>
          <pc:docMk/>
          <pc:sldMk cId="1903912972" sldId="282"/>
        </pc:sldMkLst>
        <pc:spChg chg="del">
          <ac:chgData name="Sree Sree" userId="90eb979881459ea9" providerId="LiveId" clId="{9B98721C-3D13-4823-91D6-84644FEBFC2B}" dt="2026-08-25T16:26:38.069" v="818" actId="478"/>
          <ac:spMkLst>
            <pc:docMk/>
            <pc:sldMk cId="1903912972" sldId="282"/>
            <ac:spMk id="2" creationId="{E9C03C1C-0AD0-B0BC-D4F0-C76329D72792}"/>
          </ac:spMkLst>
        </pc:spChg>
        <pc:spChg chg="del">
          <ac:chgData name="Sree Sree" userId="90eb979881459ea9" providerId="LiveId" clId="{9B98721C-3D13-4823-91D6-84644FEBFC2B}" dt="2026-08-25T16:26:27.153" v="814" actId="22"/>
          <ac:spMkLst>
            <pc:docMk/>
            <pc:sldMk cId="1903912972" sldId="282"/>
            <ac:spMk id="3" creationId="{87E13B5D-722F-7DC8-6DBB-BA68A6CB560A}"/>
          </ac:spMkLst>
        </pc:spChg>
        <pc:spChg chg="add del mod">
          <ac:chgData name="Sree Sree" userId="90eb979881459ea9" providerId="LiveId" clId="{9B98721C-3D13-4823-91D6-84644FEBFC2B}" dt="2026-08-25T16:28:32.621" v="843" actId="478"/>
          <ac:spMkLst>
            <pc:docMk/>
            <pc:sldMk cId="1903912972" sldId="282"/>
            <ac:spMk id="13" creationId="{7863D401-E2B3-1B8E-2224-0342A6E8E46C}"/>
          </ac:spMkLst>
        </pc:spChg>
        <pc:spChg chg="add mod">
          <ac:chgData name="Sree Sree" userId="90eb979881459ea9" providerId="LiveId" clId="{9B98721C-3D13-4823-91D6-84644FEBFC2B}" dt="2026-08-25T16:28:34.470" v="845" actId="478"/>
          <ac:spMkLst>
            <pc:docMk/>
            <pc:sldMk cId="1903912972" sldId="282"/>
            <ac:spMk id="15" creationId="{3ECD69C6-AC96-0EFD-213F-040E0BABDD54}"/>
          </ac:spMkLst>
        </pc:spChg>
        <pc:picChg chg="add del mod ord">
          <ac:chgData name="Sree Sree" userId="90eb979881459ea9" providerId="LiveId" clId="{9B98721C-3D13-4823-91D6-84644FEBFC2B}" dt="2026-08-25T16:28:34.470" v="845" actId="478"/>
          <ac:picMkLst>
            <pc:docMk/>
            <pc:sldMk cId="1903912972" sldId="282"/>
            <ac:picMk id="5" creationId="{B8C30A58-3583-78FE-949E-CAF3DDA4981A}"/>
          </ac:picMkLst>
        </pc:picChg>
        <pc:picChg chg="add del mod">
          <ac:chgData name="Sree Sree" userId="90eb979881459ea9" providerId="LiveId" clId="{9B98721C-3D13-4823-91D6-84644FEBFC2B}" dt="2026-08-25T16:28:29.074" v="841" actId="478"/>
          <ac:picMkLst>
            <pc:docMk/>
            <pc:sldMk cId="1903912972" sldId="282"/>
            <ac:picMk id="7" creationId="{768907F3-3D64-1F98-A2C0-6F8DDC86F59C}"/>
          </ac:picMkLst>
        </pc:picChg>
        <pc:picChg chg="add del mod">
          <ac:chgData name="Sree Sree" userId="90eb979881459ea9" providerId="LiveId" clId="{9B98721C-3D13-4823-91D6-84644FEBFC2B}" dt="2026-08-25T16:28:28.542" v="840" actId="478"/>
          <ac:picMkLst>
            <pc:docMk/>
            <pc:sldMk cId="1903912972" sldId="282"/>
            <ac:picMk id="9" creationId="{B71F9929-5D9A-8ADC-5AE7-1EDBEFD18C2A}"/>
          </ac:picMkLst>
        </pc:picChg>
        <pc:picChg chg="add del mod">
          <ac:chgData name="Sree Sree" userId="90eb979881459ea9" providerId="LiveId" clId="{9B98721C-3D13-4823-91D6-84644FEBFC2B}" dt="2026-08-25T16:28:27.950" v="839" actId="478"/>
          <ac:picMkLst>
            <pc:docMk/>
            <pc:sldMk cId="1903912972" sldId="282"/>
            <ac:picMk id="11" creationId="{A6B80EDC-FD0E-D790-4A57-AF8B1553F7FA}"/>
          </ac:picMkLst>
        </pc:picChg>
      </pc:sldChg>
      <pc:sldChg chg="new del">
        <pc:chgData name="Sree Sree" userId="90eb979881459ea9" providerId="LiveId" clId="{9B98721C-3D13-4823-91D6-84644FEBFC2B}" dt="2026-08-25T16:18:38.046" v="721" actId="680"/>
        <pc:sldMkLst>
          <pc:docMk/>
          <pc:sldMk cId="2119765428" sldId="282"/>
        </pc:sldMkLst>
      </pc:sldChg>
      <pc:sldChg chg="addSp delSp modSp add mod ord">
        <pc:chgData name="Sree Sree" userId="90eb979881459ea9" providerId="LiveId" clId="{9B98721C-3D13-4823-91D6-84644FEBFC2B}" dt="2026-08-25T16:56:20.570" v="1317" actId="14100"/>
        <pc:sldMkLst>
          <pc:docMk/>
          <pc:sldMk cId="3747764835" sldId="282"/>
        </pc:sldMkLst>
        <pc:spChg chg="mod">
          <ac:chgData name="Sree Sree" userId="90eb979881459ea9" providerId="LiveId" clId="{9B98721C-3D13-4823-91D6-84644FEBFC2B}" dt="2026-08-25T16:54:55.367" v="1306" actId="1076"/>
          <ac:spMkLst>
            <pc:docMk/>
            <pc:sldMk cId="3747764835" sldId="282"/>
            <ac:spMk id="2" creationId="{518A13A1-8726-2CF3-0F41-32A1C8BF98D2}"/>
          </ac:spMkLst>
        </pc:spChg>
        <pc:spChg chg="mod">
          <ac:chgData name="Sree Sree" userId="90eb979881459ea9" providerId="LiveId" clId="{9B98721C-3D13-4823-91D6-84644FEBFC2B}" dt="2026-08-25T16:54:58.338" v="1307" actId="1076"/>
          <ac:spMkLst>
            <pc:docMk/>
            <pc:sldMk cId="3747764835" sldId="282"/>
            <ac:spMk id="3" creationId="{626BB5FA-2CD1-60BA-80E0-A53FD99B3D28}"/>
          </ac:spMkLst>
        </pc:spChg>
        <pc:picChg chg="del">
          <ac:chgData name="Sree Sree" userId="90eb979881459ea9" providerId="LiveId" clId="{9B98721C-3D13-4823-91D6-84644FEBFC2B}" dt="2026-08-25T16:52:30.213" v="1293" actId="478"/>
          <ac:picMkLst>
            <pc:docMk/>
            <pc:sldMk cId="3747764835" sldId="282"/>
            <ac:picMk id="8" creationId="{CBC0C06D-9BA8-A420-84A9-6D1B225325C5}"/>
          </ac:picMkLst>
        </pc:picChg>
        <pc:picChg chg="add mod">
          <ac:chgData name="Sree Sree" userId="90eb979881459ea9" providerId="LiveId" clId="{9B98721C-3D13-4823-91D6-84644FEBFC2B}" dt="2026-08-25T16:56:16.927" v="1316" actId="14100"/>
          <ac:picMkLst>
            <pc:docMk/>
            <pc:sldMk cId="3747764835" sldId="282"/>
            <ac:picMk id="9" creationId="{38F9BC50-6D3D-5989-32E4-25371BC1FBEA}"/>
          </ac:picMkLst>
        </pc:picChg>
        <pc:picChg chg="add mod">
          <ac:chgData name="Sree Sree" userId="90eb979881459ea9" providerId="LiveId" clId="{9B98721C-3D13-4823-91D6-84644FEBFC2B}" dt="2026-08-25T16:56:20.570" v="1317" actId="14100"/>
          <ac:picMkLst>
            <pc:docMk/>
            <pc:sldMk cId="3747764835" sldId="282"/>
            <ac:picMk id="11" creationId="{850ED896-1B4F-17D1-CA32-FCE5CB7EB80C}"/>
          </ac:picMkLst>
        </pc:picChg>
      </pc:sldChg>
      <pc:sldChg chg="addSp delSp modSp add mod">
        <pc:chgData name="Sree Sree" userId="90eb979881459ea9" providerId="LiveId" clId="{9B98721C-3D13-4823-91D6-84644FEBFC2B}" dt="2026-08-25T17:06:29.232" v="1515" actId="22"/>
        <pc:sldMkLst>
          <pc:docMk/>
          <pc:sldMk cId="617378500" sldId="283"/>
        </pc:sldMkLst>
        <pc:picChg chg="add mod">
          <ac:chgData name="Sree Sree" userId="90eb979881459ea9" providerId="LiveId" clId="{9B98721C-3D13-4823-91D6-84644FEBFC2B}" dt="2026-08-25T17:00:02.782" v="1356" actId="14100"/>
          <ac:picMkLst>
            <pc:docMk/>
            <pc:sldMk cId="617378500" sldId="283"/>
            <ac:picMk id="4" creationId="{2222DB57-F961-7834-BBC1-0B745D5FB59D}"/>
          </ac:picMkLst>
        </pc:picChg>
        <pc:picChg chg="del">
          <ac:chgData name="Sree Sree" userId="90eb979881459ea9" providerId="LiveId" clId="{9B98721C-3D13-4823-91D6-84644FEBFC2B}" dt="2026-08-25T16:56:39.868" v="1319" actId="478"/>
          <ac:picMkLst>
            <pc:docMk/>
            <pc:sldMk cId="617378500" sldId="283"/>
            <ac:picMk id="5" creationId="{6B761743-4D11-6128-3601-3431D4E1A29E}"/>
          </ac:picMkLst>
        </pc:picChg>
        <pc:picChg chg="del">
          <ac:chgData name="Sree Sree" userId="90eb979881459ea9" providerId="LiveId" clId="{9B98721C-3D13-4823-91D6-84644FEBFC2B}" dt="2026-08-25T16:56:40.531" v="1320" actId="478"/>
          <ac:picMkLst>
            <pc:docMk/>
            <pc:sldMk cId="617378500" sldId="283"/>
            <ac:picMk id="7" creationId="{64E8BD03-F634-93E1-5699-6327A5821F64}"/>
          </ac:picMkLst>
        </pc:picChg>
        <pc:picChg chg="add mod">
          <ac:chgData name="Sree Sree" userId="90eb979881459ea9" providerId="LiveId" clId="{9B98721C-3D13-4823-91D6-84644FEBFC2B}" dt="2026-08-25T17:00:07.143" v="1357" actId="1076"/>
          <ac:picMkLst>
            <pc:docMk/>
            <pc:sldMk cId="617378500" sldId="283"/>
            <ac:picMk id="10" creationId="{7D775F84-298A-AA4E-DD82-9A91161E7AAB}"/>
          </ac:picMkLst>
        </pc:picChg>
        <pc:picChg chg="del">
          <ac:chgData name="Sree Sree" userId="90eb979881459ea9" providerId="LiveId" clId="{9B98721C-3D13-4823-91D6-84644FEBFC2B}" dt="2026-08-25T16:56:41.278" v="1321" actId="478"/>
          <ac:picMkLst>
            <pc:docMk/>
            <pc:sldMk cId="617378500" sldId="283"/>
            <ac:picMk id="11" creationId="{8940C074-45C1-7943-897A-AC130B07337A}"/>
          </ac:picMkLst>
        </pc:picChg>
        <pc:picChg chg="del">
          <ac:chgData name="Sree Sree" userId="90eb979881459ea9" providerId="LiveId" clId="{9B98721C-3D13-4823-91D6-84644FEBFC2B}" dt="2026-08-25T16:56:42.131" v="1322" actId="478"/>
          <ac:picMkLst>
            <pc:docMk/>
            <pc:sldMk cId="617378500" sldId="283"/>
            <ac:picMk id="13" creationId="{8CDB53F4-5961-B7F0-336F-DCB6BFC2DA0B}"/>
          </ac:picMkLst>
        </pc:picChg>
        <pc:picChg chg="add mod">
          <ac:chgData name="Sree Sree" userId="90eb979881459ea9" providerId="LiveId" clId="{9B98721C-3D13-4823-91D6-84644FEBFC2B}" dt="2026-08-25T16:59:54.303" v="1352" actId="14100"/>
          <ac:picMkLst>
            <pc:docMk/>
            <pc:sldMk cId="617378500" sldId="283"/>
            <ac:picMk id="14" creationId="{C280B26E-D1E2-695D-60D8-AF2FEB05E9B9}"/>
          </ac:picMkLst>
        </pc:picChg>
        <pc:picChg chg="del">
          <ac:chgData name="Sree Sree" userId="90eb979881459ea9" providerId="LiveId" clId="{9B98721C-3D13-4823-91D6-84644FEBFC2B}" dt="2026-08-25T16:56:42.465" v="1323" actId="478"/>
          <ac:picMkLst>
            <pc:docMk/>
            <pc:sldMk cId="617378500" sldId="283"/>
            <ac:picMk id="15" creationId="{AD37E646-0F3F-BF18-2DA6-B9DAFA808FF6}"/>
          </ac:picMkLst>
        </pc:picChg>
        <pc:picChg chg="add mod">
          <ac:chgData name="Sree Sree" userId="90eb979881459ea9" providerId="LiveId" clId="{9B98721C-3D13-4823-91D6-84644FEBFC2B}" dt="2026-08-25T16:59:49.980" v="1350" actId="1076"/>
          <ac:picMkLst>
            <pc:docMk/>
            <pc:sldMk cId="617378500" sldId="283"/>
            <ac:picMk id="17" creationId="{F017C9A3-217E-C157-7557-1329ED328BA0}"/>
          </ac:picMkLst>
        </pc:picChg>
        <pc:picChg chg="add mod">
          <ac:chgData name="Sree Sree" userId="90eb979881459ea9" providerId="LiveId" clId="{9B98721C-3D13-4823-91D6-84644FEBFC2B}" dt="2026-08-25T16:59:48.161" v="1349" actId="1076"/>
          <ac:picMkLst>
            <pc:docMk/>
            <pc:sldMk cId="617378500" sldId="283"/>
            <ac:picMk id="19" creationId="{70BA1317-2BF5-71F4-5CC2-4F68A6B76910}"/>
          </ac:picMkLst>
        </pc:picChg>
        <pc:picChg chg="add mod">
          <ac:chgData name="Sree Sree" userId="90eb979881459ea9" providerId="LiveId" clId="{9B98721C-3D13-4823-91D6-84644FEBFC2B}" dt="2026-08-25T17:00:26.007" v="1360" actId="1076"/>
          <ac:picMkLst>
            <pc:docMk/>
            <pc:sldMk cId="617378500" sldId="283"/>
            <ac:picMk id="21" creationId="{290C8A1C-796E-A6A8-A5A9-6201D09D17C4}"/>
          </ac:picMkLst>
        </pc:picChg>
        <pc:picChg chg="add mod">
          <ac:chgData name="Sree Sree" userId="90eb979881459ea9" providerId="LiveId" clId="{9B98721C-3D13-4823-91D6-84644FEBFC2B}" dt="2026-08-25T17:00:45.082" v="1364" actId="14100"/>
          <ac:picMkLst>
            <pc:docMk/>
            <pc:sldMk cId="617378500" sldId="283"/>
            <ac:picMk id="23" creationId="{097030C4-291F-7CD2-0C2C-824D4982C85C}"/>
          </ac:picMkLst>
        </pc:picChg>
        <pc:picChg chg="add mod">
          <ac:chgData name="Sree Sree" userId="90eb979881459ea9" providerId="LiveId" clId="{9B98721C-3D13-4823-91D6-84644FEBFC2B}" dt="2026-08-25T17:01:10.219" v="1370" actId="1076"/>
          <ac:picMkLst>
            <pc:docMk/>
            <pc:sldMk cId="617378500" sldId="283"/>
            <ac:picMk id="25" creationId="{93B19F41-41DA-EE6E-9A03-943FC90373DB}"/>
          </ac:picMkLst>
        </pc:picChg>
        <pc:picChg chg="add">
          <ac:chgData name="Sree Sree" userId="90eb979881459ea9" providerId="LiveId" clId="{9B98721C-3D13-4823-91D6-84644FEBFC2B}" dt="2026-08-25T17:06:29.232" v="1515" actId="22"/>
          <ac:picMkLst>
            <pc:docMk/>
            <pc:sldMk cId="617378500" sldId="283"/>
            <ac:picMk id="27" creationId="{E60A896D-5806-FC59-C087-8BE6DEE30621}"/>
          </ac:picMkLst>
        </pc:picChg>
      </pc:sldChg>
      <pc:sldChg chg="addSp modSp new mod ord">
        <pc:chgData name="Sree Sree" userId="90eb979881459ea9" providerId="LiveId" clId="{9B98721C-3D13-4823-91D6-84644FEBFC2B}" dt="2026-08-25T17:05:50.026" v="1514" actId="1076"/>
        <pc:sldMkLst>
          <pc:docMk/>
          <pc:sldMk cId="3431136282" sldId="284"/>
        </pc:sldMkLst>
        <pc:spChg chg="mod">
          <ac:chgData name="Sree Sree" userId="90eb979881459ea9" providerId="LiveId" clId="{9B98721C-3D13-4823-91D6-84644FEBFC2B}" dt="2026-08-25T17:03:25.624" v="1492" actId="113"/>
          <ac:spMkLst>
            <pc:docMk/>
            <pc:sldMk cId="3431136282" sldId="284"/>
            <ac:spMk id="2" creationId="{9C47EDFC-183F-129C-6FA4-F3B4EB0FE0E9}"/>
          </ac:spMkLst>
        </pc:spChg>
        <pc:spChg chg="mod">
          <ac:chgData name="Sree Sree" userId="90eb979881459ea9" providerId="LiveId" clId="{9B98721C-3D13-4823-91D6-84644FEBFC2B}" dt="2026-08-25T17:05:08.811" v="1508" actId="12"/>
          <ac:spMkLst>
            <pc:docMk/>
            <pc:sldMk cId="3431136282" sldId="284"/>
            <ac:spMk id="3" creationId="{D0778611-55D6-6767-27B7-48065C3C45C1}"/>
          </ac:spMkLst>
        </pc:spChg>
        <pc:picChg chg="add mod">
          <ac:chgData name="Sree Sree" userId="90eb979881459ea9" providerId="LiveId" clId="{9B98721C-3D13-4823-91D6-84644FEBFC2B}" dt="2026-08-25T17:05:50.026" v="1514" actId="1076"/>
          <ac:picMkLst>
            <pc:docMk/>
            <pc:sldMk cId="3431136282" sldId="284"/>
            <ac:picMk id="5" creationId="{DF86435F-4731-4FE2-4903-E55557524C90}"/>
          </ac:picMkLst>
        </pc:picChg>
      </pc:sldChg>
      <pc:sldChg chg="addSp delSp modSp add mod">
        <pc:chgData name="Sree Sree" userId="90eb979881459ea9" providerId="LiveId" clId="{9B98721C-3D13-4823-91D6-84644FEBFC2B}" dt="2026-08-25T17:08:24.964" v="1545" actId="1076"/>
        <pc:sldMkLst>
          <pc:docMk/>
          <pc:sldMk cId="1969055013" sldId="285"/>
        </pc:sldMkLst>
        <pc:picChg chg="del">
          <ac:chgData name="Sree Sree" userId="90eb979881459ea9" providerId="LiveId" clId="{9B98721C-3D13-4823-91D6-84644FEBFC2B}" dt="2026-08-25T17:06:36.859" v="1517" actId="478"/>
          <ac:picMkLst>
            <pc:docMk/>
            <pc:sldMk cId="1969055013" sldId="285"/>
            <ac:picMk id="4" creationId="{C4AB87AE-2CB7-776D-7B9A-7F457663F85D}"/>
          </ac:picMkLst>
        </pc:picChg>
        <pc:picChg chg="add mod">
          <ac:chgData name="Sree Sree" userId="90eb979881459ea9" providerId="LiveId" clId="{9B98721C-3D13-4823-91D6-84644FEBFC2B}" dt="2026-08-25T17:07:12.976" v="1531" actId="1076"/>
          <ac:picMkLst>
            <pc:docMk/>
            <pc:sldMk cId="1969055013" sldId="285"/>
            <ac:picMk id="5" creationId="{D83A58A3-8A79-FAC4-26F6-86FC609433F1}"/>
          </ac:picMkLst>
        </pc:picChg>
        <pc:picChg chg="add mod">
          <ac:chgData name="Sree Sree" userId="90eb979881459ea9" providerId="LiveId" clId="{9B98721C-3D13-4823-91D6-84644FEBFC2B}" dt="2026-08-25T17:07:35.317" v="1535" actId="14100"/>
          <ac:picMkLst>
            <pc:docMk/>
            <pc:sldMk cId="1969055013" sldId="285"/>
            <ac:picMk id="7" creationId="{385F240E-B0DC-08C7-CB12-0228A14516FD}"/>
          </ac:picMkLst>
        </pc:picChg>
        <pc:picChg chg="del">
          <ac:chgData name="Sree Sree" userId="90eb979881459ea9" providerId="LiveId" clId="{9B98721C-3D13-4823-91D6-84644FEBFC2B}" dt="2026-08-25T17:06:37.594" v="1518" actId="478"/>
          <ac:picMkLst>
            <pc:docMk/>
            <pc:sldMk cId="1969055013" sldId="285"/>
            <ac:picMk id="10" creationId="{370EA3D0-5C71-6AA8-5439-E25294BC21D1}"/>
          </ac:picMkLst>
        </pc:picChg>
        <pc:picChg chg="add mod">
          <ac:chgData name="Sree Sree" userId="90eb979881459ea9" providerId="LiveId" clId="{9B98721C-3D13-4823-91D6-84644FEBFC2B}" dt="2026-08-25T17:08:00.704" v="1542" actId="14100"/>
          <ac:picMkLst>
            <pc:docMk/>
            <pc:sldMk cId="1969055013" sldId="285"/>
            <ac:picMk id="12" creationId="{2811E05A-3D34-58C6-335F-AE50635257A4}"/>
          </ac:picMkLst>
        </pc:picChg>
        <pc:picChg chg="del">
          <ac:chgData name="Sree Sree" userId="90eb979881459ea9" providerId="LiveId" clId="{9B98721C-3D13-4823-91D6-84644FEBFC2B}" dt="2026-08-25T17:06:42.408" v="1524" actId="478"/>
          <ac:picMkLst>
            <pc:docMk/>
            <pc:sldMk cId="1969055013" sldId="285"/>
            <ac:picMk id="14" creationId="{B36EC470-93D0-3BE4-D2FA-04C5D7C4A27D}"/>
          </ac:picMkLst>
        </pc:picChg>
        <pc:picChg chg="add mod">
          <ac:chgData name="Sree Sree" userId="90eb979881459ea9" providerId="LiveId" clId="{9B98721C-3D13-4823-91D6-84644FEBFC2B}" dt="2026-08-25T17:08:24.964" v="1545" actId="1076"/>
          <ac:picMkLst>
            <pc:docMk/>
            <pc:sldMk cId="1969055013" sldId="285"/>
            <ac:picMk id="15" creationId="{4B685A53-62E0-D4D0-6D72-CE5BCA32B4C9}"/>
          </ac:picMkLst>
        </pc:picChg>
        <pc:picChg chg="del">
          <ac:chgData name="Sree Sree" userId="90eb979881459ea9" providerId="LiveId" clId="{9B98721C-3D13-4823-91D6-84644FEBFC2B}" dt="2026-08-25T17:06:40.844" v="1522" actId="478"/>
          <ac:picMkLst>
            <pc:docMk/>
            <pc:sldMk cId="1969055013" sldId="285"/>
            <ac:picMk id="17" creationId="{E42D490B-54FF-0EA8-8ED8-8D7F4163C817}"/>
          </ac:picMkLst>
        </pc:picChg>
        <pc:picChg chg="del">
          <ac:chgData name="Sree Sree" userId="90eb979881459ea9" providerId="LiveId" clId="{9B98721C-3D13-4823-91D6-84644FEBFC2B}" dt="2026-08-25T17:06:39.646" v="1521" actId="478"/>
          <ac:picMkLst>
            <pc:docMk/>
            <pc:sldMk cId="1969055013" sldId="285"/>
            <ac:picMk id="19" creationId="{B9122F14-311D-B825-AAC4-3EFAE2086F16}"/>
          </ac:picMkLst>
        </pc:picChg>
        <pc:picChg chg="del">
          <ac:chgData name="Sree Sree" userId="90eb979881459ea9" providerId="LiveId" clId="{9B98721C-3D13-4823-91D6-84644FEBFC2B}" dt="2026-08-25T17:06:38.139" v="1519" actId="478"/>
          <ac:picMkLst>
            <pc:docMk/>
            <pc:sldMk cId="1969055013" sldId="285"/>
            <ac:picMk id="21" creationId="{7AD8ACFA-74E1-E6E7-116B-1D89ACD6E80D}"/>
          </ac:picMkLst>
        </pc:picChg>
        <pc:picChg chg="del">
          <ac:chgData name="Sree Sree" userId="90eb979881459ea9" providerId="LiveId" clId="{9B98721C-3D13-4823-91D6-84644FEBFC2B}" dt="2026-08-25T17:06:43.109" v="1525" actId="478"/>
          <ac:picMkLst>
            <pc:docMk/>
            <pc:sldMk cId="1969055013" sldId="285"/>
            <ac:picMk id="23" creationId="{3A64EF87-1EE1-EAC1-696D-52C7D5CF9CE9}"/>
          </ac:picMkLst>
        </pc:picChg>
        <pc:picChg chg="del">
          <ac:chgData name="Sree Sree" userId="90eb979881459ea9" providerId="LiveId" clId="{9B98721C-3D13-4823-91D6-84644FEBFC2B}" dt="2026-08-25T17:06:39.078" v="1520" actId="478"/>
          <ac:picMkLst>
            <pc:docMk/>
            <pc:sldMk cId="1969055013" sldId="285"/>
            <ac:picMk id="25" creationId="{62F361F8-E2DE-5FF8-29F2-C314DA01505B}"/>
          </ac:picMkLst>
        </pc:picChg>
        <pc:picChg chg="mod">
          <ac:chgData name="Sree Sree" userId="90eb979881459ea9" providerId="LiveId" clId="{9B98721C-3D13-4823-91D6-84644FEBFC2B}" dt="2026-08-25T17:06:49.568" v="1527" actId="1076"/>
          <ac:picMkLst>
            <pc:docMk/>
            <pc:sldMk cId="1969055013" sldId="285"/>
            <ac:picMk id="27" creationId="{27EC1256-03AC-B9A2-2C1E-91B148BADB8C}"/>
          </ac:picMkLst>
        </pc:picChg>
      </pc:sldChg>
      <pc:sldChg chg="addSp delSp modSp add mod ord">
        <pc:chgData name="Sree Sree" userId="90eb979881459ea9" providerId="LiveId" clId="{9B98721C-3D13-4823-91D6-84644FEBFC2B}" dt="2026-08-25T17:25:56.784" v="1912" actId="122"/>
        <pc:sldMkLst>
          <pc:docMk/>
          <pc:sldMk cId="3450283374" sldId="286"/>
        </pc:sldMkLst>
        <pc:spChg chg="add del mod">
          <ac:chgData name="Sree Sree" userId="90eb979881459ea9" providerId="LiveId" clId="{9B98721C-3D13-4823-91D6-84644FEBFC2B}" dt="2026-08-25T17:16:33.980" v="1714" actId="478"/>
          <ac:spMkLst>
            <pc:docMk/>
            <pc:sldMk cId="3450283374" sldId="286"/>
            <ac:spMk id="6" creationId="{3D2F661D-F3C0-D671-D58B-DC62AD0D74EC}"/>
          </ac:spMkLst>
        </pc:spChg>
        <pc:spChg chg="mod">
          <ac:chgData name="Sree Sree" userId="90eb979881459ea9" providerId="LiveId" clId="{9B98721C-3D13-4823-91D6-84644FEBFC2B}" dt="2026-08-25T17:25:56.784" v="1912" actId="122"/>
          <ac:spMkLst>
            <pc:docMk/>
            <pc:sldMk cId="3450283374" sldId="286"/>
            <ac:spMk id="13" creationId="{4CE3DC78-50EC-436F-11EE-82E582DEBC67}"/>
          </ac:spMkLst>
        </pc:spChg>
        <pc:picChg chg="del">
          <ac:chgData name="Sree Sree" userId="90eb979881459ea9" providerId="LiveId" clId="{9B98721C-3D13-4823-91D6-84644FEBFC2B}" dt="2026-08-25T17:16:27.733" v="1711" actId="478"/>
          <ac:picMkLst>
            <pc:docMk/>
            <pc:sldMk cId="3450283374" sldId="286"/>
            <ac:picMk id="7" creationId="{97F876A5-EF2E-A2A9-EFBD-875E08465B42}"/>
          </ac:picMkLst>
        </pc:picChg>
        <pc:picChg chg="del mod">
          <ac:chgData name="Sree Sree" userId="90eb979881459ea9" providerId="LiveId" clId="{9B98721C-3D13-4823-91D6-84644FEBFC2B}" dt="2026-08-25T17:16:26.722" v="1710" actId="478"/>
          <ac:picMkLst>
            <pc:docMk/>
            <pc:sldMk cId="3450283374" sldId="286"/>
            <ac:picMk id="9" creationId="{DA5D74A3-AA6B-1970-D396-1389B80AEF8A}"/>
          </ac:picMkLst>
        </pc:picChg>
        <pc:picChg chg="add mod">
          <ac:chgData name="Sree Sree" userId="90eb979881459ea9" providerId="LiveId" clId="{9B98721C-3D13-4823-91D6-84644FEBFC2B}" dt="2026-08-25T17:17:47.585" v="1754" actId="1076"/>
          <ac:picMkLst>
            <pc:docMk/>
            <pc:sldMk cId="3450283374" sldId="286"/>
            <ac:picMk id="10" creationId="{79C5A053-FDCF-427B-0542-4DB4C5140D8A}"/>
          </ac:picMkLst>
        </pc:picChg>
        <pc:picChg chg="mod">
          <ac:chgData name="Sree Sree" userId="90eb979881459ea9" providerId="LiveId" clId="{9B98721C-3D13-4823-91D6-84644FEBFC2B}" dt="2026-08-25T17:17:45.683" v="1753" actId="1076"/>
          <ac:picMkLst>
            <pc:docMk/>
            <pc:sldMk cId="3450283374" sldId="286"/>
            <ac:picMk id="11" creationId="{8F78CD5A-A93B-4DAF-1D28-7C25C79227E7}"/>
          </ac:picMkLst>
        </pc:picChg>
        <pc:picChg chg="del mod">
          <ac:chgData name="Sree Sree" userId="90eb979881459ea9" providerId="LiveId" clId="{9B98721C-3D13-4823-91D6-84644FEBFC2B}" dt="2026-08-25T17:16:31.193" v="1713" actId="478"/>
          <ac:picMkLst>
            <pc:docMk/>
            <pc:sldMk cId="3450283374" sldId="286"/>
            <ac:picMk id="15" creationId="{9023A07D-653F-17FC-0631-B3F41B2BAEAC}"/>
          </ac:picMkLst>
        </pc:picChg>
      </pc:sldChg>
      <pc:sldChg chg="addSp delSp modSp add mod">
        <pc:chgData name="Sree Sree" userId="90eb979881459ea9" providerId="LiveId" clId="{9B98721C-3D13-4823-91D6-84644FEBFC2B}" dt="2026-08-25T17:26:03.106" v="1914" actId="122"/>
        <pc:sldMkLst>
          <pc:docMk/>
          <pc:sldMk cId="2389237807" sldId="287"/>
        </pc:sldMkLst>
        <pc:spChg chg="mod">
          <ac:chgData name="Sree Sree" userId="90eb979881459ea9" providerId="LiveId" clId="{9B98721C-3D13-4823-91D6-84644FEBFC2B}" dt="2026-08-25T17:26:03.106" v="1914" actId="122"/>
          <ac:spMkLst>
            <pc:docMk/>
            <pc:sldMk cId="2389237807" sldId="287"/>
            <ac:spMk id="13" creationId="{5484F50A-6AD4-DB65-4C3D-DAC8C69C7481}"/>
          </ac:spMkLst>
        </pc:spChg>
        <pc:picChg chg="add mod">
          <ac:chgData name="Sree Sree" userId="90eb979881459ea9" providerId="LiveId" clId="{9B98721C-3D13-4823-91D6-84644FEBFC2B}" dt="2026-08-25T17:21:50.283" v="1833" actId="14100"/>
          <ac:picMkLst>
            <pc:docMk/>
            <pc:sldMk cId="2389237807" sldId="287"/>
            <ac:picMk id="6" creationId="{DF2F6530-1CCB-891E-5DDB-585A4A7CF741}"/>
          </ac:picMkLst>
        </pc:picChg>
        <pc:picChg chg="add mod">
          <ac:chgData name="Sree Sree" userId="90eb979881459ea9" providerId="LiveId" clId="{9B98721C-3D13-4823-91D6-84644FEBFC2B}" dt="2026-08-25T17:21:47.259" v="1832" actId="1076"/>
          <ac:picMkLst>
            <pc:docMk/>
            <pc:sldMk cId="2389237807" sldId="287"/>
            <ac:picMk id="8" creationId="{C3CAA73C-BA07-5341-C22C-5C305431476C}"/>
          </ac:picMkLst>
        </pc:picChg>
        <pc:picChg chg="del">
          <ac:chgData name="Sree Sree" userId="90eb979881459ea9" providerId="LiveId" clId="{9B98721C-3D13-4823-91D6-84644FEBFC2B}" dt="2026-08-25T17:18:46.170" v="1761" actId="478"/>
          <ac:picMkLst>
            <pc:docMk/>
            <pc:sldMk cId="2389237807" sldId="287"/>
            <ac:picMk id="10" creationId="{39CB6C05-C61F-8AD7-93B3-9B18E1E521C2}"/>
          </ac:picMkLst>
        </pc:picChg>
        <pc:picChg chg="del mod">
          <ac:chgData name="Sree Sree" userId="90eb979881459ea9" providerId="LiveId" clId="{9B98721C-3D13-4823-91D6-84644FEBFC2B}" dt="2026-08-25T17:18:45.520" v="1760" actId="478"/>
          <ac:picMkLst>
            <pc:docMk/>
            <pc:sldMk cId="2389237807" sldId="287"/>
            <ac:picMk id="11" creationId="{FA180040-68C4-192C-524E-E4E342F12E71}"/>
          </ac:picMkLst>
        </pc:picChg>
      </pc:sldChg>
      <pc:sldChg chg="addSp delSp modSp add mod ord">
        <pc:chgData name="Sree Sree" userId="90eb979881459ea9" providerId="LiveId" clId="{9B98721C-3D13-4823-91D6-84644FEBFC2B}" dt="2026-08-25T17:25:37.391" v="1908"/>
        <pc:sldMkLst>
          <pc:docMk/>
          <pc:sldMk cId="1436566760" sldId="288"/>
        </pc:sldMkLst>
        <pc:spChg chg="add del mod">
          <ac:chgData name="Sree Sree" userId="90eb979881459ea9" providerId="LiveId" clId="{9B98721C-3D13-4823-91D6-84644FEBFC2B}" dt="2026-08-25T17:22:43.594" v="1836" actId="478"/>
          <ac:spMkLst>
            <pc:docMk/>
            <pc:sldMk cId="1436566760" sldId="288"/>
            <ac:spMk id="6" creationId="{1F69A1BC-AC7B-60DB-E77C-74E9CE44E418}"/>
          </ac:spMkLst>
        </pc:spChg>
        <pc:spChg chg="mod">
          <ac:chgData name="Sree Sree" userId="90eb979881459ea9" providerId="LiveId" clId="{9B98721C-3D13-4823-91D6-84644FEBFC2B}" dt="2026-08-25T17:25:12.657" v="1903" actId="1076"/>
          <ac:spMkLst>
            <pc:docMk/>
            <pc:sldMk cId="1436566760" sldId="288"/>
            <ac:spMk id="13" creationId="{927A7BCA-68E1-B72F-F15A-E9A67F067BA7}"/>
          </ac:spMkLst>
        </pc:spChg>
        <pc:picChg chg="del">
          <ac:chgData name="Sree Sree" userId="90eb979881459ea9" providerId="LiveId" clId="{9B98721C-3D13-4823-91D6-84644FEBFC2B}" dt="2026-08-25T17:22:39.247" v="1835" actId="478"/>
          <ac:picMkLst>
            <pc:docMk/>
            <pc:sldMk cId="1436566760" sldId="288"/>
            <ac:picMk id="7" creationId="{D351F0FF-CD18-D49F-61AB-BBCAE5D7527F}"/>
          </ac:picMkLst>
        </pc:picChg>
        <pc:picChg chg="del">
          <ac:chgData name="Sree Sree" userId="90eb979881459ea9" providerId="LiveId" clId="{9B98721C-3D13-4823-91D6-84644FEBFC2B}" dt="2026-08-25T17:22:45.119" v="1837" actId="478"/>
          <ac:picMkLst>
            <pc:docMk/>
            <pc:sldMk cId="1436566760" sldId="288"/>
            <ac:picMk id="9" creationId="{6B28624F-42B0-E372-84A3-D2CA338540D4}"/>
          </ac:picMkLst>
        </pc:picChg>
        <pc:picChg chg="add mod">
          <ac:chgData name="Sree Sree" userId="90eb979881459ea9" providerId="LiveId" clId="{9B98721C-3D13-4823-91D6-84644FEBFC2B}" dt="2026-08-25T17:24:26.460" v="1864" actId="14100"/>
          <ac:picMkLst>
            <pc:docMk/>
            <pc:sldMk cId="1436566760" sldId="288"/>
            <ac:picMk id="10" creationId="{9B81BC01-508F-E98C-2736-DC605DB622E1}"/>
          </ac:picMkLst>
        </pc:picChg>
        <pc:picChg chg="add mod">
          <ac:chgData name="Sree Sree" userId="90eb979881459ea9" providerId="LiveId" clId="{9B98721C-3D13-4823-91D6-84644FEBFC2B}" dt="2026-08-25T17:24:30.219" v="1866" actId="1076"/>
          <ac:picMkLst>
            <pc:docMk/>
            <pc:sldMk cId="1436566760" sldId="288"/>
            <ac:picMk id="12" creationId="{D2294536-F313-56E9-E885-B22F372E9B03}"/>
          </ac:picMkLst>
        </pc:picChg>
      </pc:sldChg>
      <pc:sldChg chg="addSp delSp modSp add mod">
        <pc:chgData name="Sree Sree" userId="90eb979881459ea9" providerId="LiveId" clId="{9B98721C-3D13-4823-91D6-84644FEBFC2B}" dt="2026-08-25T17:30:24.579" v="1971" actId="1076"/>
        <pc:sldMkLst>
          <pc:docMk/>
          <pc:sldMk cId="3220790158" sldId="289"/>
        </pc:sldMkLst>
        <pc:spChg chg="mod">
          <ac:chgData name="Sree Sree" userId="90eb979881459ea9" providerId="LiveId" clId="{9B98721C-3D13-4823-91D6-84644FEBFC2B}" dt="2026-08-25T17:30:02.042" v="1964" actId="1076"/>
          <ac:spMkLst>
            <pc:docMk/>
            <pc:sldMk cId="3220790158" sldId="289"/>
            <ac:spMk id="2" creationId="{F5624CEE-E7E0-421B-AE48-42A4E06E08CE}"/>
          </ac:spMkLst>
        </pc:spChg>
        <pc:spChg chg="mod">
          <ac:chgData name="Sree Sree" userId="90eb979881459ea9" providerId="LiveId" clId="{9B98721C-3D13-4823-91D6-84644FEBFC2B}" dt="2026-08-25T17:30:24.579" v="1971" actId="1076"/>
          <ac:spMkLst>
            <pc:docMk/>
            <pc:sldMk cId="3220790158" sldId="289"/>
            <ac:spMk id="13" creationId="{F2300AAE-2C41-0CCC-80F8-6F420E449CBB}"/>
          </ac:spMkLst>
        </pc:spChg>
        <pc:picChg chg="add mod">
          <ac:chgData name="Sree Sree" userId="90eb979881459ea9" providerId="LiveId" clId="{9B98721C-3D13-4823-91D6-84644FEBFC2B}" dt="2026-08-25T17:28:41.931" v="1929" actId="1076"/>
          <ac:picMkLst>
            <pc:docMk/>
            <pc:sldMk cId="3220790158" sldId="289"/>
            <ac:picMk id="6" creationId="{31E53E08-2BB8-2651-2657-A058F72B16C6}"/>
          </ac:picMkLst>
        </pc:picChg>
        <pc:picChg chg="del">
          <ac:chgData name="Sree Sree" userId="90eb979881459ea9" providerId="LiveId" clId="{9B98721C-3D13-4823-91D6-84644FEBFC2B}" dt="2026-08-25T17:25:21.877" v="1905" actId="478"/>
          <ac:picMkLst>
            <pc:docMk/>
            <pc:sldMk cId="3220790158" sldId="289"/>
            <ac:picMk id="6" creationId="{E777E2FC-53B2-0EA5-5443-409D5571A49F}"/>
          </ac:picMkLst>
        </pc:picChg>
        <pc:picChg chg="del">
          <ac:chgData name="Sree Sree" userId="90eb979881459ea9" providerId="LiveId" clId="{9B98721C-3D13-4823-91D6-84644FEBFC2B}" dt="2026-08-25T17:25:24.523" v="1906" actId="478"/>
          <ac:picMkLst>
            <pc:docMk/>
            <pc:sldMk cId="3220790158" sldId="289"/>
            <ac:picMk id="8" creationId="{0568C188-4CB8-5044-2850-263A72087AD8}"/>
          </ac:picMkLst>
        </pc:picChg>
        <pc:picChg chg="add mod">
          <ac:chgData name="Sree Sree" userId="90eb979881459ea9" providerId="LiveId" clId="{9B98721C-3D13-4823-91D6-84644FEBFC2B}" dt="2026-08-25T17:30:03.017" v="1965" actId="1076"/>
          <ac:picMkLst>
            <pc:docMk/>
            <pc:sldMk cId="3220790158" sldId="289"/>
            <ac:picMk id="8" creationId="{F4BAE5AA-28BD-49C4-5679-FEB4C8A94B44}"/>
          </ac:picMkLst>
        </pc:picChg>
        <pc:picChg chg="add mod ord">
          <ac:chgData name="Sree Sree" userId="90eb979881459ea9" providerId="LiveId" clId="{9B98721C-3D13-4823-91D6-84644FEBFC2B}" dt="2026-08-25T17:30:20.537" v="1969" actId="167"/>
          <ac:picMkLst>
            <pc:docMk/>
            <pc:sldMk cId="3220790158" sldId="289"/>
            <ac:picMk id="10" creationId="{39B0AC93-CFA0-AA1E-1477-8E6D02B95BDC}"/>
          </ac:picMkLst>
        </pc:picChg>
        <pc:picChg chg="add mod ord">
          <ac:chgData name="Sree Sree" userId="90eb979881459ea9" providerId="LiveId" clId="{9B98721C-3D13-4823-91D6-84644FEBFC2B}" dt="2026-08-25T17:30:13.282" v="1967" actId="167"/>
          <ac:picMkLst>
            <pc:docMk/>
            <pc:sldMk cId="3220790158" sldId="289"/>
            <ac:picMk id="12" creationId="{DDE43B14-1FF0-09E7-C880-0C2130BCFD15}"/>
          </ac:picMkLst>
        </pc:picChg>
      </pc:sldChg>
      <pc:sldChg chg="addSp delSp modSp add mod">
        <pc:chgData name="Sree Sree" userId="90eb979881459ea9" providerId="LiveId" clId="{9B98721C-3D13-4823-91D6-84644FEBFC2B}" dt="2026-08-25T17:34:01.404" v="1991" actId="1076"/>
        <pc:sldMkLst>
          <pc:docMk/>
          <pc:sldMk cId="3208407831" sldId="290"/>
        </pc:sldMkLst>
        <pc:picChg chg="del">
          <ac:chgData name="Sree Sree" userId="90eb979881459ea9" providerId="LiveId" clId="{9B98721C-3D13-4823-91D6-84644FEBFC2B}" dt="2026-08-25T17:30:29.824" v="1973" actId="478"/>
          <ac:picMkLst>
            <pc:docMk/>
            <pc:sldMk cId="3208407831" sldId="290"/>
            <ac:picMk id="6" creationId="{AEA31B65-4CDC-41DD-A9AB-216F0AA0C5DC}"/>
          </ac:picMkLst>
        </pc:picChg>
        <pc:picChg chg="add mod">
          <ac:chgData name="Sree Sree" userId="90eb979881459ea9" providerId="LiveId" clId="{9B98721C-3D13-4823-91D6-84644FEBFC2B}" dt="2026-08-25T17:31:09.013" v="1981" actId="1076"/>
          <ac:picMkLst>
            <pc:docMk/>
            <pc:sldMk cId="3208407831" sldId="290"/>
            <ac:picMk id="7" creationId="{13700A00-ABAF-8A06-639A-81928A15503B}"/>
          </ac:picMkLst>
        </pc:picChg>
        <pc:picChg chg="del">
          <ac:chgData name="Sree Sree" userId="90eb979881459ea9" providerId="LiveId" clId="{9B98721C-3D13-4823-91D6-84644FEBFC2B}" dt="2026-08-25T17:30:30.440" v="1974" actId="478"/>
          <ac:picMkLst>
            <pc:docMk/>
            <pc:sldMk cId="3208407831" sldId="290"/>
            <ac:picMk id="8" creationId="{4A97D6BC-73EE-C3E3-9C90-303CB9DE7321}"/>
          </ac:picMkLst>
        </pc:picChg>
        <pc:picChg chg="del">
          <ac:chgData name="Sree Sree" userId="90eb979881459ea9" providerId="LiveId" clId="{9B98721C-3D13-4823-91D6-84644FEBFC2B}" dt="2026-08-25T17:30:31.060" v="1975" actId="478"/>
          <ac:picMkLst>
            <pc:docMk/>
            <pc:sldMk cId="3208407831" sldId="290"/>
            <ac:picMk id="10" creationId="{2C522FC3-E8AE-9BCC-A954-B275EADBBD09}"/>
          </ac:picMkLst>
        </pc:picChg>
        <pc:picChg chg="add mod">
          <ac:chgData name="Sree Sree" userId="90eb979881459ea9" providerId="LiveId" clId="{9B98721C-3D13-4823-91D6-84644FEBFC2B}" dt="2026-08-25T17:31:26.554" v="1985" actId="14100"/>
          <ac:picMkLst>
            <pc:docMk/>
            <pc:sldMk cId="3208407831" sldId="290"/>
            <ac:picMk id="11" creationId="{3977EF83-910D-F726-0ADE-9387A5975A49}"/>
          </ac:picMkLst>
        </pc:picChg>
        <pc:picChg chg="del">
          <ac:chgData name="Sree Sree" userId="90eb979881459ea9" providerId="LiveId" clId="{9B98721C-3D13-4823-91D6-84644FEBFC2B}" dt="2026-08-25T17:30:31.501" v="1976" actId="478"/>
          <ac:picMkLst>
            <pc:docMk/>
            <pc:sldMk cId="3208407831" sldId="290"/>
            <ac:picMk id="12" creationId="{264D75F8-26F3-0E61-3942-2D516118E80B}"/>
          </ac:picMkLst>
        </pc:picChg>
        <pc:picChg chg="add mod ord">
          <ac:chgData name="Sree Sree" userId="90eb979881459ea9" providerId="LiveId" clId="{9B98721C-3D13-4823-91D6-84644FEBFC2B}" dt="2026-08-25T17:34:01.404" v="1991" actId="1076"/>
          <ac:picMkLst>
            <pc:docMk/>
            <pc:sldMk cId="3208407831" sldId="290"/>
            <ac:picMk id="15" creationId="{3F6E0482-5B03-8570-3AAB-83C199532B0B}"/>
          </ac:picMkLst>
        </pc:picChg>
      </pc:sldChg>
      <pc:sldChg chg="add del">
        <pc:chgData name="Sree Sree" userId="90eb979881459ea9" providerId="LiveId" clId="{9B98721C-3D13-4823-91D6-84644FEBFC2B}" dt="2026-08-25T17:27:41.669" v="1918"/>
        <pc:sldMkLst>
          <pc:docMk/>
          <pc:sldMk cId="3818175522" sldId="290"/>
        </pc:sldMkLst>
      </pc:sldChg>
      <pc:sldChg chg="addSp delSp modSp add mod">
        <pc:chgData name="Sree Sree" userId="90eb979881459ea9" providerId="LiveId" clId="{9B98721C-3D13-4823-91D6-84644FEBFC2B}" dt="2026-08-25T17:42:05.305" v="2095" actId="1076"/>
        <pc:sldMkLst>
          <pc:docMk/>
          <pc:sldMk cId="678151384" sldId="291"/>
        </pc:sldMkLst>
        <pc:spChg chg="mod">
          <ac:chgData name="Sree Sree" userId="90eb979881459ea9" providerId="LiveId" clId="{9B98721C-3D13-4823-91D6-84644FEBFC2B}" dt="2026-08-25T17:42:05.305" v="2095" actId="1076"/>
          <ac:spMkLst>
            <pc:docMk/>
            <pc:sldMk cId="678151384" sldId="291"/>
            <ac:spMk id="13" creationId="{AA13BC7E-F4E1-D56F-4F0E-35391C0CEAA9}"/>
          </ac:spMkLst>
        </pc:spChg>
        <pc:picChg chg="add mod">
          <ac:chgData name="Sree Sree" userId="90eb979881459ea9" providerId="LiveId" clId="{9B98721C-3D13-4823-91D6-84644FEBFC2B}" dt="2026-08-25T17:40:27.954" v="2059" actId="14100"/>
          <ac:picMkLst>
            <pc:docMk/>
            <pc:sldMk cId="678151384" sldId="291"/>
            <ac:picMk id="6" creationId="{252A8844-1E90-123B-D488-5AE74403E36A}"/>
          </ac:picMkLst>
        </pc:picChg>
        <pc:picChg chg="del">
          <ac:chgData name="Sree Sree" userId="90eb979881459ea9" providerId="LiveId" clId="{9B98721C-3D13-4823-91D6-84644FEBFC2B}" dt="2026-08-25T17:38:14.890" v="1994" actId="478"/>
          <ac:picMkLst>
            <pc:docMk/>
            <pc:sldMk cId="678151384" sldId="291"/>
            <ac:picMk id="7" creationId="{7EABCB06-A10E-6A9D-0378-42DDD082A7EE}"/>
          </ac:picMkLst>
        </pc:picChg>
        <pc:picChg chg="add mod">
          <ac:chgData name="Sree Sree" userId="90eb979881459ea9" providerId="LiveId" clId="{9B98721C-3D13-4823-91D6-84644FEBFC2B}" dt="2026-08-25T17:40:34.363" v="2061" actId="1076"/>
          <ac:picMkLst>
            <pc:docMk/>
            <pc:sldMk cId="678151384" sldId="291"/>
            <ac:picMk id="9" creationId="{AE1497F1-37B1-63AF-C3C1-EA683FFD57D8}"/>
          </ac:picMkLst>
        </pc:picChg>
        <pc:picChg chg="del mod">
          <ac:chgData name="Sree Sree" userId="90eb979881459ea9" providerId="LiveId" clId="{9B98721C-3D13-4823-91D6-84644FEBFC2B}" dt="2026-08-25T17:38:15.671" v="1996" actId="478"/>
          <ac:picMkLst>
            <pc:docMk/>
            <pc:sldMk cId="678151384" sldId="291"/>
            <ac:picMk id="11" creationId="{FFDA2321-AE46-806F-02C7-0D87F7CFA99C}"/>
          </ac:picMkLst>
        </pc:picChg>
        <pc:picChg chg="add mod ord">
          <ac:chgData name="Sree Sree" userId="90eb979881459ea9" providerId="LiveId" clId="{9B98721C-3D13-4823-91D6-84644FEBFC2B}" dt="2026-08-25T17:41:35.648" v="2069" actId="1076"/>
          <ac:picMkLst>
            <pc:docMk/>
            <pc:sldMk cId="678151384" sldId="291"/>
            <ac:picMk id="12" creationId="{E99EB148-C30B-AFD6-E61A-247DC17547CD}"/>
          </ac:picMkLst>
        </pc:picChg>
        <pc:picChg chg="del">
          <ac:chgData name="Sree Sree" userId="90eb979881459ea9" providerId="LiveId" clId="{9B98721C-3D13-4823-91D6-84644FEBFC2B}" dt="2026-08-25T17:38:16.391" v="1997" actId="478"/>
          <ac:picMkLst>
            <pc:docMk/>
            <pc:sldMk cId="678151384" sldId="291"/>
            <ac:picMk id="15" creationId="{E81E6420-1924-6039-0AE7-76A6449E7FC8}"/>
          </ac:picMkLst>
        </pc:picChg>
        <pc:picChg chg="add mod ord">
          <ac:chgData name="Sree Sree" userId="90eb979881459ea9" providerId="LiveId" clId="{9B98721C-3D13-4823-91D6-84644FEBFC2B}" dt="2026-08-25T17:41:45.175" v="2072" actId="1076"/>
          <ac:picMkLst>
            <pc:docMk/>
            <pc:sldMk cId="678151384" sldId="291"/>
            <ac:picMk id="16" creationId="{85007B8B-B7BD-1D0D-D3F7-2327AB777E0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280C5-6445-F8C4-4405-C9AC5636B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097A38-8377-1302-4758-1118C19AA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C6D3F-EFAB-73BE-B137-EE900B182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B98DCF-5CCD-4444-E8EB-32E9018C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712C5-C08F-6825-263E-3B6767E3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4770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B662A-BB29-AFDE-6767-43C1C81F7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12F8D-1854-5965-8865-B15D48B30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F2F5E5-9D3F-0A4C-2CD9-DF80C4EA85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0FA5D-B2A5-CF6F-A100-65AA4B91C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3A891-A8A7-E947-C50B-4E7B86DC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6345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545E6-ABCA-3A89-9549-97716A135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431163-664F-E550-FE9F-CD4378048D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7F2A-11E0-FDDC-24CD-A81E797A2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C4971-D04D-6E2A-1ADB-FFF01532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56B84-6E4B-90B4-4AC4-A3A2004A4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860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BEC45-82BD-0076-E7B3-51AEC2896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57743-CB53-48C7-D524-3A550638A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6256A2-A2AE-548D-CC7B-EB456E0511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24B27-14C2-A940-A4BA-564DA589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B6F45-2CAE-E0C8-8F5A-302F99434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B78101-1632-37D1-5AAA-857320BB1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9804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1F485-4D1F-1BEE-018C-BB03BB4508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3F0CB-A1BD-D889-7084-1FD45A5181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07C0EE-0B10-B1DC-63DC-B4BDA1B96C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8558E8-CB45-8E67-17C2-EB087CB48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C7C04D-2E5F-57F7-AA7A-964D0212E7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3CF148-2788-ADAD-B1BE-B29E584BB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B175A9-4850-0419-4F5A-FFFB54837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B0895-1DD0-21FA-1BE5-CDDA30FED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839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90D8D-DA64-A0BA-5ADF-4D5DB6ACC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E3FE2-F1E9-52BF-DE95-530155E7D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B194E-2503-6EA0-9CE6-00114C726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472156-2CCE-82E4-FEE9-31D34953C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9944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A8F642-72B6-45B8-AE83-F61C419B5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821A0E-8CC7-8DEB-5BB7-216E7B1F6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8589D5-27C0-ED7B-7CB0-A1F468DA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7251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30B20-AE8E-270F-EFE5-D89C4E241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D52B-F3B2-54EA-86C6-DC0896E8F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9F014-C0ED-898C-10FF-B12AD6C061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E08C9-F243-91AE-9460-B264D9C78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6625C9-0663-756F-A455-A2D5E8BF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178CBA-67AD-2E89-4192-4B11A29B0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596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3B7B-1FFC-AA37-B68D-2823DDB13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57E1C2-8CB5-CBC7-BF27-703E03E021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88BF-C3A2-E7E6-F8FE-12B8C84E1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17D4F7-8516-D840-B21F-6FC037A4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43C8FA-1256-1A38-3BAE-5AA074716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91A9C-4DF0-1BD7-EAD3-8F0DE1D5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011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809BD-13E6-61B5-38B8-68593C8A6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50C91D-DD2B-A4C0-74CE-9B7AAB0739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14289-A416-CE69-217E-3749E6BB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CAF22-1495-339B-8741-39C75A0CD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439E2-D2F1-E03B-4107-2DDAD3002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049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F57418-54B5-B59F-5E08-524ED4F9F3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F661B2-131C-F5C9-D3E3-7FF7CB514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3DC17-6C82-F8C2-AB1C-00BB5308B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CE2BD-47E5-C736-E97E-81FF3DD75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153DF-6E1F-84D6-B08D-BD782B508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5424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2EA620-E645-3244-D0F7-8C43A2D2F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DAEF77-4F4D-5BF6-6694-5BBB1BD64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3D6F8-95F1-90BD-0DB1-E2F49EF558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2FD5E-969F-440C-B558-88E630367A49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CC5F6F-8FD5-9807-6353-D3EE85537B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D3173-9632-A322-E861-97BE1F0DBE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6DF93-7B34-4B84-9F6B-FE6F3F1A6B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131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.jpg"/><Relationship Id="rId7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3" Type="http://schemas.openxmlformats.org/officeDocument/2006/relationships/image" Target="../media/image3.jp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4.png"/><Relationship Id="rId9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.jpg"/><Relationship Id="rId7" Type="http://schemas.openxmlformats.org/officeDocument/2006/relationships/image" Target="../media/image3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3.jp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3.jpg"/><Relationship Id="rId7" Type="http://schemas.openxmlformats.org/officeDocument/2006/relationships/image" Target="../media/image5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7" Type="http://schemas.openxmlformats.org/officeDocument/2006/relationships/image" Target="../media/image68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5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AAD9429-5D96-6632-F825-889866E30F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7800" y="2617146"/>
            <a:ext cx="9206630" cy="1234826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Improving Organ Donar-Recipient Matching Using Graph Algorithms:  A Smart Organ Donation System Compared with Traditional Matching Methods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A5B01-0438-E8D6-4206-7A0C4A063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50" y="414791"/>
            <a:ext cx="10564699" cy="1124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D46EB4-35A0-E4FC-01E6-E5A9D4355C37}"/>
              </a:ext>
            </a:extLst>
          </p:cNvPr>
          <p:cNvSpPr txBox="1"/>
          <p:nvPr/>
        </p:nvSpPr>
        <p:spPr>
          <a:xfrm>
            <a:off x="813650" y="4411729"/>
            <a:ext cx="549866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PRESENTED BY: </a:t>
            </a:r>
            <a:endParaRPr lang="en-US" sz="16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Sree B (192524023)</a:t>
            </a: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Osuru Siva Charan  (192525039)</a:t>
            </a: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N.S.V. Trivikram (192525063)</a:t>
            </a: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Madineni Dhanush Kumar (192525318)</a:t>
            </a:r>
          </a:p>
          <a:p>
            <a:r>
              <a:rPr lang="en-US" sz="16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Ragul M (192524066)</a:t>
            </a:r>
          </a:p>
          <a:p>
            <a:endParaRPr lang="en-IN" sz="1600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1AE0FB-D147-3D7F-C024-40556AB320CB}"/>
              </a:ext>
            </a:extLst>
          </p:cNvPr>
          <p:cNvSpPr txBox="1"/>
          <p:nvPr/>
        </p:nvSpPr>
        <p:spPr>
          <a:xfrm>
            <a:off x="7993626" y="4368516"/>
            <a:ext cx="32480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b="1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GUIDED BY:</a:t>
            </a:r>
            <a:br>
              <a:rPr lang="en-US" sz="1800" dirty="0">
                <a:solidFill>
                  <a:srgbClr val="7030A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Dr. Uma Priyadarsini P.S, </a:t>
            </a:r>
          </a:p>
          <a:p>
            <a:pPr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800" dirty="0">
                <a:solidFill>
                  <a:srgbClr val="00B050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sym typeface="Times New Roman"/>
              </a:rPr>
              <a:t>Professor, SIMATS Engineering</a:t>
            </a:r>
            <a:endParaRPr lang="en-US" sz="1800" dirty="0">
              <a:solidFill>
                <a:srgbClr val="00B05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65492-6191-E057-8D51-B54C30A56AA2}"/>
              </a:ext>
            </a:extLst>
          </p:cNvPr>
          <p:cNvSpPr txBox="1"/>
          <p:nvPr/>
        </p:nvSpPr>
        <p:spPr>
          <a:xfrm>
            <a:off x="3111910" y="2139646"/>
            <a:ext cx="5653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CAPSTONE PROJECT REVIEW 1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8A2D58-20EF-9A81-7E8B-3183876AB27A}"/>
              </a:ext>
            </a:extLst>
          </p:cNvPr>
          <p:cNvSpPr txBox="1"/>
          <p:nvPr/>
        </p:nvSpPr>
        <p:spPr>
          <a:xfrm>
            <a:off x="2890684" y="170453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CSA0305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– DATA STRUCTURES</a:t>
            </a:r>
          </a:p>
        </p:txBody>
      </p:sp>
    </p:spTree>
    <p:extLst>
      <p:ext uri="{BB962C8B-B14F-4D97-AF65-F5344CB8AC3E}">
        <p14:creationId xmlns:p14="http://schemas.microsoft.com/office/powerpoint/2010/main" val="97632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BE42E-B983-DD51-7A2C-7D93D369F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5940" y="618267"/>
            <a:ext cx="8467007" cy="67710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A</a:t>
            </a:r>
            <a:r>
              <a:rPr lang="en-IN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BSTRACT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7930F2-4B26-513F-9530-10D1BC994E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2765" y="1900084"/>
            <a:ext cx="11126470" cy="4001095"/>
          </a:xfrm>
        </p:spPr>
        <p:txBody>
          <a:bodyPr>
            <a:normAutofit fontScale="92500"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Organ donation requires a fast and accurate matching process, but traditional methods are often slow and involve significant manual effort.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Organ Donation and Recipient Matching System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Graph Algorithms to automate donor–recipient matching.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uses graph algorithms to match donors and recipients based on blood group, organ type, urgency, and hospital location.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proposed system improves matching accuracy, reduces allocation time, enhances transparency, and supports efficient organ transplantation.</a:t>
            </a: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C0A49C77-C2EF-E51E-0F3B-59083A1C0E3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695" y="494506"/>
            <a:ext cx="987213" cy="1133475"/>
          </a:xfrm>
          <a:prstGeom prst="rect">
            <a:avLst/>
          </a:prstGeom>
        </p:spPr>
      </p:pic>
      <p:pic>
        <p:nvPicPr>
          <p:cNvPr id="7" name="object 4">
            <a:extLst>
              <a:ext uri="{FF2B5EF4-FFF2-40B4-BE49-F238E27FC236}">
                <a16:creationId xmlns:a16="http://schemas.microsoft.com/office/drawing/2014/main" id="{464AAE7A-B7D4-2D68-97B9-F4DE4211FF6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980" y="494506"/>
            <a:ext cx="14192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74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D33B2-C58A-47D4-060F-AD703D726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6301" y="365124"/>
            <a:ext cx="9877901" cy="1359981"/>
          </a:xfrm>
        </p:spPr>
        <p:txBody>
          <a:bodyPr/>
          <a:lstStyle/>
          <a:p>
            <a:r>
              <a:rPr lang="en-IN" b="1" dirty="0"/>
              <a:t>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843EC7F-362E-2678-AB76-0742ECE8DD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695" y="49450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18B64CED-25CD-F0FC-D6C5-5F57FF0D4FA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980" y="494506"/>
            <a:ext cx="1419225" cy="1066800"/>
          </a:xfrm>
          <a:prstGeom prst="rect">
            <a:avLst/>
          </a:prstGeom>
        </p:spPr>
      </p:pic>
      <p:sp>
        <p:nvSpPr>
          <p:cNvPr id="8" name="TextBox 6">
            <a:extLst>
              <a:ext uri="{FF2B5EF4-FFF2-40B4-BE49-F238E27FC236}">
                <a16:creationId xmlns:a16="http://schemas.microsoft.com/office/drawing/2014/main" id="{7031EDC2-E9FD-97D9-8600-311D4AA3CAB3}"/>
              </a:ext>
            </a:extLst>
          </p:cNvPr>
          <p:cNvSpPr txBox="1"/>
          <p:nvPr/>
        </p:nvSpPr>
        <p:spPr>
          <a:xfrm>
            <a:off x="838200" y="1901711"/>
            <a:ext cx="10515600" cy="4591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0"/>
            </a:defPPr>
          </a:lstStyle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 transplantation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life-saving medical procedure, but finding a compatible donor quickly remains a major challenge.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organ matching systems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rely on manual processes, which can be time-consuming, less efficient, and prone to delays.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Smart Organ Donation and Recipient Matching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Graph Algorithms to automate donor–recipient matching based on compatibility factors such as blood group, organ type, urgency, and location. </a:t>
            </a:r>
          </a:p>
          <a:p>
            <a:pPr marL="457200" lvl="0" indent="-45720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goal of the system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provide faster, accurate, and transparent organ allocation, improving the efficiency of the transplantation process and increasing the chances of successful transplants.</a:t>
            </a:r>
          </a:p>
        </p:txBody>
      </p:sp>
    </p:spTree>
    <p:extLst>
      <p:ext uri="{BB962C8B-B14F-4D97-AF65-F5344CB8AC3E}">
        <p14:creationId xmlns:p14="http://schemas.microsoft.com/office/powerpoint/2010/main" val="14705927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E7AF5-310F-E6E8-C999-56073C3EB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5145A29-9898-E784-B6DA-68189DD004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1136A24C-CC2C-CAF5-DBE9-CCEA36565CF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980" y="494506"/>
            <a:ext cx="1419225" cy="1066800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A4E2FAA-2720-67A0-CF49-10FE1273D958}"/>
              </a:ext>
            </a:extLst>
          </p:cNvPr>
          <p:cNvSpPr>
            <a:spLocks noGrp="1"/>
          </p:cNvSpPr>
          <p:nvPr/>
        </p:nvSpPr>
        <p:spPr>
          <a:xfrm>
            <a:off x="838200" y="2227811"/>
            <a:ext cx="10515600" cy="3200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2000" b="0" i="0">
                <a:solidFill>
                  <a:schemeClr val="tx1"/>
                </a:solidFill>
                <a:latin typeface="Arial MT"/>
                <a:ea typeface="+mn-ea"/>
                <a:cs typeface="Arial MT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Smart Organ Donation and Recipient Matching System to automate the donor–recipient matching process.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Graph Algorithms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identify the most suitable recipient based on blood group, organ type, medical urgency, and hospital location.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organ allocation time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minimize manual effort through an efficient and transparent matching process. </a:t>
            </a:r>
          </a:p>
          <a:p>
            <a:pPr marL="457200" lvl="0" indent="-45720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matching accuracy and fairness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support timely organ transplantation and better patient outcomes.</a:t>
            </a:r>
          </a:p>
        </p:txBody>
      </p:sp>
    </p:spTree>
    <p:extLst>
      <p:ext uri="{BB962C8B-B14F-4D97-AF65-F5344CB8AC3E}">
        <p14:creationId xmlns:p14="http://schemas.microsoft.com/office/powerpoint/2010/main" val="3941261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17928-4D5F-C934-AF7E-45035152E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96690-C8B8-6B27-64BC-6B6E1F3E3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391" y="86324"/>
            <a:ext cx="10950005" cy="1325563"/>
          </a:xfrm>
        </p:spPr>
        <p:txBody>
          <a:bodyPr/>
          <a:lstStyle/>
          <a:p>
            <a:r>
              <a:rPr lang="en-IN" b="1" dirty="0"/>
              <a:t>   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15C57F7-E2EA-4E52-0617-96315E224D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5602" y="182367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80E2A4B-A4C1-3013-4878-A9E0EB49D1A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5572" y="206279"/>
            <a:ext cx="1419225" cy="1066800"/>
          </a:xfrm>
          <a:prstGeom prst="rect">
            <a:avLst/>
          </a:prstGeom>
        </p:spPr>
      </p:pic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21B170BB-7A3C-EFE1-490D-316196D000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1983164"/>
              </p:ext>
            </p:extLst>
          </p:nvPr>
        </p:nvGraphicFramePr>
        <p:xfrm>
          <a:off x="345602" y="1411887"/>
          <a:ext cx="11500795" cy="5033021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68221">
                  <a:extLst>
                    <a:ext uri="{9D8B030D-6E8A-4147-A177-3AD203B41FA5}">
                      <a16:colId xmlns:a16="http://schemas.microsoft.com/office/drawing/2014/main" val="3223799631"/>
                    </a:ext>
                  </a:extLst>
                </a:gridCol>
                <a:gridCol w="740442">
                  <a:extLst>
                    <a:ext uri="{9D8B030D-6E8A-4147-A177-3AD203B41FA5}">
                      <a16:colId xmlns:a16="http://schemas.microsoft.com/office/drawing/2014/main" val="1629488728"/>
                    </a:ext>
                  </a:extLst>
                </a:gridCol>
                <a:gridCol w="1585416">
                  <a:extLst>
                    <a:ext uri="{9D8B030D-6E8A-4147-A177-3AD203B41FA5}">
                      <a16:colId xmlns:a16="http://schemas.microsoft.com/office/drawing/2014/main" val="1533181538"/>
                    </a:ext>
                  </a:extLst>
                </a:gridCol>
                <a:gridCol w="1899016">
                  <a:extLst>
                    <a:ext uri="{9D8B030D-6E8A-4147-A177-3AD203B41FA5}">
                      <a16:colId xmlns:a16="http://schemas.microsoft.com/office/drawing/2014/main" val="4011507392"/>
                    </a:ext>
                  </a:extLst>
                </a:gridCol>
                <a:gridCol w="1433675">
                  <a:extLst>
                    <a:ext uri="{9D8B030D-6E8A-4147-A177-3AD203B41FA5}">
                      <a16:colId xmlns:a16="http://schemas.microsoft.com/office/drawing/2014/main" val="1832645610"/>
                    </a:ext>
                  </a:extLst>
                </a:gridCol>
                <a:gridCol w="1914111">
                  <a:extLst>
                    <a:ext uri="{9D8B030D-6E8A-4147-A177-3AD203B41FA5}">
                      <a16:colId xmlns:a16="http://schemas.microsoft.com/office/drawing/2014/main" val="532354565"/>
                    </a:ext>
                  </a:extLst>
                </a:gridCol>
                <a:gridCol w="1731303">
                  <a:extLst>
                    <a:ext uri="{9D8B030D-6E8A-4147-A177-3AD203B41FA5}">
                      <a16:colId xmlns:a16="http://schemas.microsoft.com/office/drawing/2014/main" val="519687855"/>
                    </a:ext>
                  </a:extLst>
                </a:gridCol>
                <a:gridCol w="1728611">
                  <a:extLst>
                    <a:ext uri="{9D8B030D-6E8A-4147-A177-3AD203B41FA5}">
                      <a16:colId xmlns:a16="http://schemas.microsoft.com/office/drawing/2014/main" val="3713718232"/>
                    </a:ext>
                  </a:extLst>
                </a:gridCol>
              </a:tblGrid>
              <a:tr h="502066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Sl</a:t>
                      </a:r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No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Year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Authors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Title of the Paper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Journal Name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Algorithms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Findings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Drawbacks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9251026"/>
                  </a:ext>
                </a:extLst>
              </a:tr>
              <a:tr h="952108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1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Nahed </a:t>
                      </a:r>
                      <a:r>
                        <a:rPr lang="en-IN" sz="1000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Alowidi</a:t>
                      </a:r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,</a:t>
                      </a:r>
                    </a:p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Razan Ali,</a:t>
                      </a:r>
                    </a:p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Munera Sadaqah4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Advancing Kidney Transplantation: A Machine Learning Approach to Enhance Donor–Recipient Matching</a:t>
                      </a:r>
                      <a:br>
                        <a:rPr lang="en-IN" sz="1000" dirty="0"/>
                      </a:b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Diagnostics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Gradient Boosting (GB) </a:t>
                      </a:r>
                    </a:p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Neural Network (NN) </a:t>
                      </a:r>
                    </a:p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Custom Similarity Ranking Algorithm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High matching accuracy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/>
                      <a:r>
                        <a:rPr lang="en-IN" sz="10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Private dataset restrictions</a:t>
                      </a:r>
                    </a:p>
                    <a:p>
                      <a:br>
                        <a:rPr lang="en-IN" sz="1000" b="0" dirty="0"/>
                      </a:b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072198"/>
                  </a:ext>
                </a:extLst>
              </a:tr>
              <a:tr h="1112363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Nkansah, C. N.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Optimising Organ Donation Through Machine Learning and Blockchain: A Secure and Efficient Matching System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Ashesi University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Machine learning</a:t>
                      </a:r>
                    </a:p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Blockchain 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Improved matching efficiency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Extended wait times</a:t>
                      </a:r>
                      <a:endParaRPr lang="en-IN" sz="1000" b="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139198"/>
                  </a:ext>
                </a:extLst>
              </a:tr>
              <a:tr h="6072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3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 </a:t>
                      </a:r>
                      <a:r>
                        <a:rPr lang="en-IN" sz="1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Pulakhandam</a:t>
                      </a: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 </a:t>
                      </a:r>
                      <a:r>
                        <a:rPr lang="en-IN" sz="1000" b="0" i="0" kern="1200" dirty="0" err="1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Chaluvadi</a:t>
                      </a:r>
                      <a:r>
                        <a:rPr lang="en-IN" sz="10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VR Vallu</a:t>
                      </a:r>
                      <a:endParaRPr lang="en-IN" sz="1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Transplant+: A </a:t>
                      </a:r>
                      <a:r>
                        <a:rPr lang="en-IN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HyCARE</a:t>
                      </a: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Hybrid AI–Cloud Framework for Intelligent Donor–Recipient Matching, Workflow Automation, and Post-Transplant Optimization</a:t>
                      </a:r>
                      <a:endParaRPr lang="en-IN" sz="1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Transplant Immunology</a:t>
                      </a:r>
                      <a:endParaRPr lang="en-IN" sz="1000" dirty="0">
                        <a:latin typeface="Times New Roman" panose="020206030504050203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Feedforward Neural Network (FNN), Genetic Algorithm (GA), Gated Recurrent Unit (GRU)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 Matching Accuracy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High Computational Complexity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9724973"/>
                  </a:ext>
                </a:extLst>
              </a:tr>
              <a:tr h="6072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4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err="1"/>
                        <a:t>Wenzhuo</a:t>
                      </a:r>
                      <a:r>
                        <a:rPr lang="en-IN" sz="1000" dirty="0"/>
                        <a:t> Luo, </a:t>
                      </a:r>
                      <a:r>
                        <a:rPr lang="en-IN" sz="1000" dirty="0" err="1"/>
                        <a:t>Guoxu</a:t>
                      </a:r>
                      <a:r>
                        <a:rPr lang="en-IN" sz="1000" dirty="0"/>
                        <a:t> Tang,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</a:t>
                      </a:r>
                      <a:r>
                        <a:rPr lang="en-IN" sz="1000" dirty="0"/>
                        <a:t>ransforming Lung Transplantation with Artificial Intelligence: A Narrative Review from Organ Allocation to Post-Transplant Management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i="1" dirty="0"/>
                        <a:t>Journal of Thoracic Disease</a:t>
                      </a:r>
                      <a:r>
                        <a:rPr lang="en-IN" sz="1000" dirty="0"/>
                        <a:t> 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Random Forest (RF), Convolutional Neural Network (CNN), Long Short-Term Memory (LSTM), </a:t>
                      </a:r>
                      <a:r>
                        <a:rPr lang="en-IN" sz="1000" dirty="0" err="1"/>
                        <a:t>XGBoost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Improved Clinical Decisions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Limited Clinical Validation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6082766"/>
                  </a:ext>
                </a:extLst>
              </a:tr>
              <a:tr h="607204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5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2026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 err="1"/>
                        <a:t>Xueqing</a:t>
                      </a:r>
                      <a:r>
                        <a:rPr lang="en-IN" sz="1000" dirty="0"/>
                        <a:t> Wang, Teresa Pont, Jordi Rello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Sex- and Age-Related Differences Among Liver Transplant Patients: A Narrative Review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i="1" dirty="0"/>
                        <a:t>Journal of Intensive Care Medicine</a:t>
                      </a:r>
                      <a:r>
                        <a:rPr lang="en-IN" sz="1000" dirty="0"/>
                        <a:t> 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MELD Allocation Model, Sex-Adjusted Allocation Model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Improved Allocation Equity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Persistent Gender Disparities</a:t>
                      </a:r>
                      <a:endParaRPr lang="en-IN" sz="10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12661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3699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7FF31-643C-3157-68BD-59C11CCF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E2B84465-C7BE-8454-47B8-05E9A5F1AB5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310" y="66675"/>
            <a:ext cx="1419225" cy="1066800"/>
          </a:xfrm>
          <a:prstGeom prst="rect">
            <a:avLst/>
          </a:prstGeom>
        </p:spPr>
      </p:pic>
      <p:pic>
        <p:nvPicPr>
          <p:cNvPr id="3" name="Picture 2" descr="Problem identification is the key">
            <a:extLst>
              <a:ext uri="{FF2B5EF4-FFF2-40B4-BE49-F238E27FC236}">
                <a16:creationId xmlns:a16="http://schemas.microsoft.com/office/drawing/2014/main" id="{518EF164-2EC7-8DA1-F34F-AE990A873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264" y="2543953"/>
            <a:ext cx="3057736" cy="308428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E3AC5F7-B63D-69B4-49FD-A19E94DFB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077" y="131093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PPROBLEM IDENTIFICATION AND ANALYSIS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9AF1792-936D-9F56-147F-3F6F52CF0BAD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25470" y="0"/>
            <a:ext cx="987213" cy="1133475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9370DBF-9873-5341-45ED-FAF0EF8CBB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456655"/>
            <a:ext cx="9077499" cy="52588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donor–recipient matching systems depend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and limited datasets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reducing accessibility and scalability across healthcare organizations.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transplantation frameworks involve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computational complexity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making real-time organ allocation slower and more resource-intensive.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organ matching methods provide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transparency and fairness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leading to inequalities in donor–recipient allocation.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systems focus on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machine learning models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with limited use of graph algorithms for efficient donor–recipient relationship analysis. </a:t>
            </a:r>
          </a:p>
          <a:p>
            <a:pPr lvl="0" algn="just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fast, accurate, and automated organ donation system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minimizes manual effort, reduces waiting time, and improves transplant success through optimized graph-based matching.</a:t>
            </a:r>
          </a:p>
        </p:txBody>
      </p:sp>
    </p:spTree>
    <p:extLst>
      <p:ext uri="{BB962C8B-B14F-4D97-AF65-F5344CB8AC3E}">
        <p14:creationId xmlns:p14="http://schemas.microsoft.com/office/powerpoint/2010/main" val="2823431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EF1AF-5A5C-778E-6400-FD1CD006CB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27B70-EA2D-4002-78DA-73565AB23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AA24B65-9DEA-08A3-DACE-FD163AFE51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7"/>
            <a:ext cx="711209" cy="63909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EDBEB864-7C8C-3106-44D3-29F708933FA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76198" y="228176"/>
            <a:ext cx="987213" cy="733358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5468064-98A5-694A-3971-DF5096B57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992" y="1540814"/>
            <a:ext cx="10309808" cy="485998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Donor &amp; Recipient Registration and Medical Profile Management            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Graph-Based Organ Matching and Priority Optimization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Smart Donor–Recipient Organ Matching and Compatibility Analysis</a:t>
            </a:r>
          </a:p>
          <a:p>
            <a:pPr marL="0" indent="0"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4:Organ Request, Approval and Status Management </a:t>
            </a:r>
          </a:p>
          <a:p>
            <a:pPr lvl="0">
              <a:buFont typeface="Wingdings" panose="05000000000000000000" pitchFamily="2" charset="2"/>
              <a:buChar char="v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5:Graph-Based Matching, Priority Scoring and Allocation </a:t>
            </a:r>
          </a:p>
          <a:p>
            <a:pPr marL="0" lv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6:Admin Monitoring, Analytics and Medical Reporting</a:t>
            </a:r>
          </a:p>
        </p:txBody>
      </p:sp>
    </p:spTree>
    <p:extLst>
      <p:ext uri="{BB962C8B-B14F-4D97-AF65-F5344CB8AC3E}">
        <p14:creationId xmlns:p14="http://schemas.microsoft.com/office/powerpoint/2010/main" val="282882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FE1776-8ED2-1D19-11B9-91D204C3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C63AE-AC78-9D93-6CB0-FDD96CBCA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                       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USED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B03FE10-445A-6A67-93EB-5EFF532548C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2088" y="167629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DD3C535-297F-1BE9-28D6-ECFFF88CF2D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66943" y="117434"/>
            <a:ext cx="1419225" cy="10668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B232F64-458F-B9CB-8F08-D7C0E8686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5695" y="1690687"/>
            <a:ext cx="10515600" cy="4351338"/>
          </a:xfrm>
        </p:spPr>
        <p:txBody>
          <a:bodyPr>
            <a:normAutofit lnSpcReduction="10000"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Admin Authentication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Admin access is protected using a unique username and password. </a:t>
            </a:r>
          </a:p>
          <a:p>
            <a:pPr marL="0" lvl="0" indent="0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Database-Based Credentials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Admin login details are securely maintained in the database for authentication. </a:t>
            </a:r>
          </a:p>
          <a:p>
            <a:pPr lvl="0"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Access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Only authorized administrators can access reports, donor/recipient management, and system monitoring. </a:t>
            </a:r>
          </a:p>
          <a:p>
            <a:pPr lvl="0"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Credential Management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Admin username and password can be updated directly through the database when required.</a:t>
            </a:r>
          </a:p>
          <a:p>
            <a:pPr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1298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F6E0-91C8-A275-A3DB-76582A46B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4149B5E8-5939-A3B4-AABE-0A95AC07DA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F8E043AF-C4B1-212C-1DED-7E8A8CA25C8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51224" y="228176"/>
            <a:ext cx="1419225" cy="1066800"/>
          </a:xfrm>
          <a:prstGeom prst="rect">
            <a:avLst/>
          </a:prstGeom>
        </p:spPr>
      </p:pic>
      <p:sp>
        <p:nvSpPr>
          <p:cNvPr id="3" name="AutoShape 2" descr="Generated image">
            <a:extLst>
              <a:ext uri="{FF2B5EF4-FFF2-40B4-BE49-F238E27FC236}">
                <a16:creationId xmlns:a16="http://schemas.microsoft.com/office/drawing/2014/main" id="{4E55B6C1-4C6D-90EA-4837-B4397F45AAA0}"/>
              </a:ext>
            </a:extLst>
          </p:cNvPr>
          <p:cNvSpPr>
            <a:spLocks noGrp="1" noChangeAspect="1" noChangeArrowheads="1"/>
          </p:cNvSpPr>
          <p:nvPr>
            <p:ph type="title"/>
          </p:nvPr>
        </p:nvSpPr>
        <p:spPr bwMode="auto">
          <a:xfrm>
            <a:off x="2192784" y="365126"/>
            <a:ext cx="9161016" cy="1154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IN" b="1" dirty="0"/>
              <a:t>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582C14-19C2-5CA4-131E-DA1097AAFE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125" y="1519934"/>
            <a:ext cx="6965750" cy="4643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186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BD3D-A242-A8D1-61FD-A8CBE7D64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D84CD-3039-95E5-9FBA-4B9C65F01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438" y="79679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   </a:t>
            </a:r>
            <a:r>
              <a:rPr lang="en-US" b="1" dirty="0"/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 DESIGN AND IMPLEMENTATION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5FEA4-F153-64C5-5A11-4141FDA723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93" y="1405242"/>
            <a:ext cx="6227618" cy="7118870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Role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Provides secure registration and login for donors, recipients, and administrators with role-based access.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Organ Matching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blood-group compatibility, organ type, urgency, location, and graph-based BFS matching to identify suitable donor–recipient pairs.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&amp; Status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Enables recipients to send requests, donors to accept/reject them, and the system to track pending, accepted, rejected, and cancelled requests.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Reporting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Uses MySQL to securely manage donor, recipient, organ, and request data while providing administrators with real-time reports and matching statistics.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F93E304-C649-FBD8-B3F9-DEC05D5D880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3E52C61A-24B1-FE86-8C9F-CB3F038F4DC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8182" y="313223"/>
            <a:ext cx="1419225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30BECCE-A773-AEFA-4BCB-DB3262E12B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8954" y="1887498"/>
            <a:ext cx="4602576" cy="39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636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466EA-E8C9-4CD8-9CF0-CEDC68F74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>
            <a:extLst>
              <a:ext uri="{FF2B5EF4-FFF2-40B4-BE49-F238E27FC236}">
                <a16:creationId xmlns:a16="http://schemas.microsoft.com/office/drawing/2014/main" id="{EFBA8985-714E-067E-431B-C6BB3414851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561433" y="123826"/>
            <a:ext cx="549897" cy="599567"/>
          </a:xfrm>
          <a:prstGeom prst="rect">
            <a:avLst/>
          </a:prstGeom>
        </p:spPr>
      </p:pic>
      <p:pic>
        <p:nvPicPr>
          <p:cNvPr id="4" name="object 3">
            <a:extLst>
              <a:ext uri="{FF2B5EF4-FFF2-40B4-BE49-F238E27FC236}">
                <a16:creationId xmlns:a16="http://schemas.microsoft.com/office/drawing/2014/main" id="{73A3B9C3-1671-2E1A-D872-D809138B8E9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5511" y="178310"/>
            <a:ext cx="672689" cy="59956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B21531-00C8-7962-07E3-ECBA8964F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5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and RECIPIENT REGISTRATION and MEDICAL PROFILE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B0282F-F5D5-085F-8BA3-A262ECB5D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511" y="1663830"/>
            <a:ext cx="4821268" cy="5274297"/>
          </a:xfrm>
        </p:spPr>
        <p:txBody>
          <a:bodyPr>
            <a:normAutofit fontScale="77500" lnSpcReduction="20000"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Registration: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donors and recipients to register with personal details, contact information, blood group, and login credentials.</a:t>
            </a:r>
          </a:p>
          <a:p>
            <a:pPr marL="0" lv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Profile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important medical information such as organ type, health details, urgency level, and donation requirements. </a:t>
            </a:r>
          </a:p>
          <a:p>
            <a:pPr lvl="0"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Validation: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Validates entered information to reduce incorrect or incomplete medical and personal data.</a:t>
            </a:r>
          </a:p>
          <a:p>
            <a:pPr marL="0" lvl="0" indent="0" algn="just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donor and recipient profiles securely in the database for efficient matching and authorized access.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90FE1A-8DB2-8B6D-8D8A-6EDEACE90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3901" y="2036189"/>
            <a:ext cx="6767429" cy="3607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896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B20CB-A8BE-C92F-A01E-8E969182C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759" y="114299"/>
            <a:ext cx="5193256" cy="917885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2CD492CD-305E-8896-DF8A-CE297FAD667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719375" cy="564431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DC7F1FC3-47D7-2E7E-01E1-C5E35F7482C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02738" y="114299"/>
            <a:ext cx="889262" cy="668126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B8764EA-F4A7-78A4-3DBC-B979FEC7D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27614" y="782425"/>
            <a:ext cx="3249395" cy="28029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FD3292-0D5F-E9A6-113B-3C1B097635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15" y="3585361"/>
            <a:ext cx="3254632" cy="32726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439A0D-752E-75AE-EE33-2E32A1A377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7009" y="750735"/>
            <a:ext cx="2772962" cy="28188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9F4F44F-39DB-4236-C77E-0BA1E997E6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6132" y="3553830"/>
            <a:ext cx="2916461" cy="338738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337A802-AF56-4A34-9DB2-5A8095FD00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2264" y="750734"/>
            <a:ext cx="2772963" cy="28346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E9D930C-DEDA-61C6-7E79-E438605D646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2593" y="3553830"/>
            <a:ext cx="2730017" cy="330417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947B2E3-BE90-7B41-6B47-B78706205B0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2281" y="750733"/>
            <a:ext cx="2772963" cy="277296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6F43C48-0645-B1B6-A16F-829F0F96C70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2610" y="3470614"/>
            <a:ext cx="2664927" cy="338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708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FAEEA9-F5B0-1AA4-4A0D-EF008AAF4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347" y="91092"/>
            <a:ext cx="3303593" cy="341734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C67B61-ACE2-BD02-E126-3BB0AB84B0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940" y="91092"/>
            <a:ext cx="3177241" cy="34734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1EE685-A87B-8B39-372F-E5859FF53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181" y="91092"/>
            <a:ext cx="3594190" cy="3417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57231C-51F7-C4EE-9E97-B3CFB78C93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8985" y="3564557"/>
            <a:ext cx="3348574" cy="310845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DE1DF7E-A317-6765-55BF-9107DFF7D6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568" y="3564557"/>
            <a:ext cx="3356446" cy="310845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94A7448-C8B5-C5EB-54B2-2ABAB5D966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0530" y="3843945"/>
            <a:ext cx="4171799" cy="2302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4922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B15A-3D8F-E06E-87EF-7A9610C5D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23E7D-D56B-BF04-E5F5-BD714EFE7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2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ORGAN MATCHING and PRIRITY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0DAA7C-D614-EC40-751C-A8A3C3412F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52220" y="2315819"/>
            <a:ext cx="5471160" cy="4351338"/>
          </a:xfrm>
        </p:spPr>
        <p:txBody>
          <a:bodyPr>
            <a:normAutofit fontScale="85000" lnSpcReduction="20000"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Registration: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donors and recipients to register with personal details, contact information, blood group, and login credentials.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Profile Management: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Stores important medical information such as organ type, health details, urgency level, and donation requirements.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 Validation: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Validates entered information to reduce incorrect or incomplete medical and personal data.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Database: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Maintains donor and recipient profiles securely in the database for efficient matching and authorized access.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3895DA4-47BF-8AC9-6116-64070F9BB7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2" y="114300"/>
            <a:ext cx="568546" cy="56673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54BD76C-104E-216C-7CAF-FC8E2D54264C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475562" y="114300"/>
            <a:ext cx="716438" cy="533401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2F763610-95A1-0E08-1E97-D373D34F51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84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8CCAF55-8167-0130-EB93-FF2B24346A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428" y="91093"/>
            <a:ext cx="6338914" cy="31328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9872F44-81FE-5EA3-4D19-3B332C367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342" y="2662806"/>
            <a:ext cx="5501943" cy="398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4903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ED6EE-5130-A23C-104B-56FA01FDB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61E84-BB79-3E29-C46C-5BF78A8E5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4029" y="1"/>
            <a:ext cx="6372520" cy="69440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066F734F-87EA-487B-2F50-2CC6EA0AC81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417717" cy="470163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E7FA7119-F914-CDB6-C15E-66579BEA00B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557262" y="114299"/>
            <a:ext cx="634738" cy="470163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494038-B03D-55CA-D79B-1EF5CED647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0" y="694409"/>
            <a:ext cx="2403835" cy="24978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3122681-3709-4E30-8C32-90CC8BB727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3835" y="673283"/>
            <a:ext cx="2456382" cy="2497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A6AE1E5-3020-F286-F245-B44D434F9E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0217" y="694408"/>
            <a:ext cx="2656966" cy="247677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DEDF2AE-0A3F-BF8C-91DA-68A3947DEA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7183" y="694408"/>
            <a:ext cx="2441987" cy="24767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0ED933D-3212-E511-6489-C8964A8B195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883626" y="673283"/>
            <a:ext cx="2230710" cy="241342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72606B3-5B15-8219-B193-99ED9BCA1A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" y="3171181"/>
            <a:ext cx="2418230" cy="25497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699C51D-BBA0-52C2-BB34-B32C7828855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2748" y="3116243"/>
            <a:ext cx="2454780" cy="254973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1729389-F113-69DF-94B2-4431E9A1DD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7528" y="3086705"/>
            <a:ext cx="2441987" cy="258090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10CC65C-F045-A30F-C2AC-DD278BB8C7F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76825" y="3055613"/>
            <a:ext cx="2454780" cy="255860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06A295F-AD9B-DF01-CE9C-D8015160978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94086" y="3107829"/>
            <a:ext cx="2180545" cy="247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6176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A9C4-62E4-24A8-B56D-F75662CFD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06F67-3AE9-FBA3-6E40-3C6027EE6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3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ORGAN–RECIPIENT ORGAN MATCHING and COMPATIBILITY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49E9F-196D-9025-1228-BD6BB1F6CF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440" y="2141537"/>
            <a:ext cx="5471160" cy="4351338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Blood Group Compatibility: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Compares donor and recipient blood groups to identify medically compatible matches.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 Compatibility: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Matches the donor’s available organ with the recipient’s required organ type.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&amp; Urgency Analysis: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Considers recipient urgency levels to prioritize patients with greater medical need.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Match Scoring: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Combines compatibility factors using graph-based matching and scoring to rank the most suitable donor–recipient pairs. 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B43D743-A20E-F75B-C96C-0FC1420C99B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2" y="114300"/>
            <a:ext cx="587400" cy="696406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47573FF-E65B-1AC1-8B97-C929BC6ACE4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4600" y="114299"/>
            <a:ext cx="587400" cy="696406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CB386E4C-9B84-C326-637D-E3EBCFA684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35F9EC-F2E2-2A0D-E694-99F95B5AB9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6721" y="2334518"/>
            <a:ext cx="5334040" cy="396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72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FD587-80DF-F6DA-F947-BD3C8C9B1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1ED8-91E5-A266-11C8-73A9550A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788" y="12103"/>
            <a:ext cx="8248453" cy="6930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3EFE1FCB-ACD2-C863-9BD2-727E7DF16E8C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511985" cy="693092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3FDE552A-155A-F709-6E13-4385B46B001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5031" y="114299"/>
            <a:ext cx="926969" cy="5908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79D37F0-6B57-BB31-524A-1C35E9E2F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7185" y="948201"/>
            <a:ext cx="2636941" cy="27684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2E4F82-0816-06E3-14C8-2936C61269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4126" y="926905"/>
            <a:ext cx="2621443" cy="27684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76980F5-17BA-35C2-E0FB-E4FA28AF41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8216" y="948201"/>
            <a:ext cx="2450016" cy="27684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EF73D7-3878-DCF4-037C-E1B60E1C11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18232" y="948201"/>
            <a:ext cx="2450017" cy="27471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D1C149-8CA9-03AC-598C-7A48C1A6293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68181" y="3695307"/>
            <a:ext cx="3400069" cy="3045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245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8E865-1A4D-1CB7-052C-828E42005C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13A1-8726-2CF3-0F41-32A1C8BF9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5292" y="21429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MODULE 4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 REQUEST, APPROVAL and STATUS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BB5FA-2CD1-60BA-80E0-A53FD99B3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147" y="1639855"/>
            <a:ext cx="6182884" cy="4716463"/>
          </a:xfrm>
        </p:spPr>
        <p:txBody>
          <a:bodyPr>
            <a:no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Submission: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Recipients can submit organ requests by specifying the required organ, urgency level, and medical requirements.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Donor Response: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Matched donors can review requests and choose to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 or Reject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request.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Status Tracking: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updates requests as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Pending, Accepted, Rejected, or Cancelled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Request Coordination: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Once a suitable donor accepts a request, the system updates the matching status and prevents conflicting multiple acceptances for the same recipient. 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DAFEADB9-D7AB-F982-FCE1-83F499F1C2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2" y="114300"/>
            <a:ext cx="587400" cy="696406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1A4966FF-45DA-EC37-5A93-B1DB21B3373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4600" y="114299"/>
            <a:ext cx="587400" cy="696406"/>
          </a:xfrm>
          <a:prstGeom prst="rect">
            <a:avLst/>
          </a:prstGeom>
        </p:spPr>
      </p:pic>
      <p:sp>
        <p:nvSpPr>
          <p:cNvPr id="6" name="AutoShape 2">
            <a:extLst>
              <a:ext uri="{FF2B5EF4-FFF2-40B4-BE49-F238E27FC236}">
                <a16:creationId xmlns:a16="http://schemas.microsoft.com/office/drawing/2014/main" id="{AA336DB4-6505-C09E-B40B-54C634DE992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8F9BC50-6D3D-5989-32E4-25371BC1FB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2049" y="1728247"/>
            <a:ext cx="4958845" cy="25138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0ED896-1B4F-17D1-CA32-FCE5CB7EB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1636" y="4242062"/>
            <a:ext cx="5061234" cy="24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764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46A1-32C2-579C-1E8A-F4C767346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B801B-8356-B455-AF06-89FEE521B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788" y="12103"/>
            <a:ext cx="8248453" cy="6930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648C5DE3-0CCD-A66D-0873-1B01D7ADBDF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511985" cy="693092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0A8A00A0-29E0-698D-A08A-5D4E70B246F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5031" y="114299"/>
            <a:ext cx="926969" cy="59089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222DB57-F961-7834-BBC1-0B745D5FB5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60" y="956827"/>
            <a:ext cx="2102772" cy="2068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D775F84-298A-AA4E-DD82-9A91161E7A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3067" y="956827"/>
            <a:ext cx="2029106" cy="20683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280B26E-D1E2-695D-60D8-AF2FEB05E9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8902" y="970970"/>
            <a:ext cx="2296477" cy="21582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017C9A3-217E-C157-7557-1329ED328B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1034" y="956827"/>
            <a:ext cx="2058721" cy="217239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0BA1317-2BF5-71F4-5CC2-4F68A6B769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9755" y="914395"/>
            <a:ext cx="2566972" cy="221482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0C8A1C-796E-A6A8-A5A9-6201D09D17C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9363" y="3516198"/>
            <a:ext cx="2561739" cy="263157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097030C4-291F-7CD2-0C2C-824D4982C85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1426" y="3516198"/>
            <a:ext cx="2296478" cy="263419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93B19F41-41DA-EE6E-9A03-943FC90373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7904" y="3488912"/>
            <a:ext cx="3525337" cy="265885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60A896D-5806-FC59-C087-8BE6DEE3062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00233" y="655079"/>
            <a:ext cx="4991533" cy="5547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37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EDFC-183F-129C-6FA4-F3B4EB0FE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GRAPH-BASED MATCHING, PRIORITY SCORING and ALLOCATION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78611-55D6-6767-27B7-48065C3C4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5553173" cy="4480908"/>
          </a:xfrm>
        </p:spPr>
        <p:txBody>
          <a:bodyPr>
            <a:normAutofit/>
          </a:bodyPr>
          <a:lstStyle/>
          <a:p>
            <a:pPr lvl="0"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Matching: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Finds compatible donors and recipients.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Scoring: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Ranks matches based on medical needs.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 Allocation: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Selects the most suitable match. </a:t>
            </a:r>
          </a:p>
          <a:p>
            <a:pPr lvl="0">
              <a:buFont typeface="Wingdings" panose="05000000000000000000" pitchFamily="2" charset="2"/>
              <a:buChar char="v"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Tracking:</a:t>
            </a: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Updates the allocation status in real time.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86435F-4731-4FE2-4903-E55557524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372" y="2036190"/>
            <a:ext cx="5597426" cy="314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136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CD58A-9B09-1072-51B9-1333D171F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481E7-06BD-4C82-0100-C98054AE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4788" y="12103"/>
            <a:ext cx="8248453" cy="69309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object 3">
            <a:extLst>
              <a:ext uri="{FF2B5EF4-FFF2-40B4-BE49-F238E27FC236}">
                <a16:creationId xmlns:a16="http://schemas.microsoft.com/office/drawing/2014/main" id="{22C8B61E-DED8-9E99-BCD8-AF874788CA6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511985" cy="693092"/>
          </a:xfrm>
          <a:prstGeom prst="rect">
            <a:avLst/>
          </a:prstGeom>
        </p:spPr>
      </p:pic>
      <p:pic>
        <p:nvPicPr>
          <p:cNvPr id="9" name="object 4">
            <a:extLst>
              <a:ext uri="{FF2B5EF4-FFF2-40B4-BE49-F238E27FC236}">
                <a16:creationId xmlns:a16="http://schemas.microsoft.com/office/drawing/2014/main" id="{3491B46E-E140-9561-B0EE-66FDBD1504D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65031" y="114299"/>
            <a:ext cx="926969" cy="59089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7EC1256-03AC-B9A2-2C1E-91B148BADB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479" y="1014780"/>
            <a:ext cx="2251475" cy="25024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3A58A3-8A79-FAC4-26F6-86FC609433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5114" y="1014780"/>
            <a:ext cx="2318993" cy="25131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85F240E-B0DC-08C7-CB12-0228A14516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24107" y="1014781"/>
            <a:ext cx="2251475" cy="25047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811E05A-3D34-58C6-335F-AE5063525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5582" y="929939"/>
            <a:ext cx="2131989" cy="251737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B685A53-62E0-D4D0-6D72-CE5BCA32B4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44422" y="3527905"/>
            <a:ext cx="2624043" cy="324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055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55E80-0E1C-C136-69B6-EB7E1386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A9FD-D285-58EE-5FC0-7428A516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F29B8-6370-3749-9343-179F97E6A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Matching: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identifies suitable donor–recipient pairs based on blood group, organ type, urgency, and location compatibility. </a:t>
            </a:r>
          </a:p>
          <a:p>
            <a:pPr marL="0" lv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Allocation: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graph-based matching process reduces manual effort and helps identify suitable donors more quickly.</a:t>
            </a:r>
          </a:p>
          <a:p>
            <a:pPr marL="0" lvl="0" indent="0" algn="just">
              <a:buNone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Selection: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Recipients with higher medical urgency are prioritized to support timely and effective organ allocation. </a:t>
            </a:r>
          </a:p>
          <a:p>
            <a:pPr marL="0" lvl="0" indent="0" algn="just">
              <a:buNone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Improvement: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be enhanced with real-time hospital coordination, advanced medical criteria, and improved matching algorithms for more accurate allocation.</a:t>
            </a:r>
          </a:p>
          <a:p>
            <a:pPr algn="just"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BF51F53-AEF3-D37A-CC7E-760C2FD8C6A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7790" y="108044"/>
            <a:ext cx="493607" cy="514162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C4BE960-4958-997D-F84A-C888A401511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600603" y="108044"/>
            <a:ext cx="493607" cy="514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105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D3FD1-1F97-CDD8-6E9A-FB0A5284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C57E8-3DF5-F799-7F84-58458D0B1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13782" y="-451488"/>
            <a:ext cx="3365369" cy="1066800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>
                <a:latin typeface="Times New Roman"/>
                <a:cs typeface="Times New Roman"/>
              </a:rPr>
              <a:t>               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2346E6C-AF4A-95C8-A1BC-709455D43C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4" y="228177"/>
            <a:ext cx="560380" cy="591956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954F39A-3A55-36E1-F65F-82C0388D4BA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3311" y="82341"/>
            <a:ext cx="739991" cy="51416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7CDC396-6A3B-EACA-E01D-011033709788}"/>
              </a:ext>
            </a:extLst>
          </p:cNvPr>
          <p:cNvSpPr txBox="1"/>
          <p:nvPr/>
        </p:nvSpPr>
        <p:spPr>
          <a:xfrm>
            <a:off x="5646540" y="6488668"/>
            <a:ext cx="1851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Fig-1 -Index Page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6F467B-0E08-8912-45A6-F4B09B97D879}"/>
              </a:ext>
            </a:extLst>
          </p:cNvPr>
          <p:cNvSpPr txBox="1"/>
          <p:nvPr/>
        </p:nvSpPr>
        <p:spPr>
          <a:xfrm>
            <a:off x="6904441" y="6128891"/>
            <a:ext cx="2383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C20F733-F7E4-C8D3-9612-8B3D6B48FC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806" y="803256"/>
            <a:ext cx="10124387" cy="569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8298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8B269-08A0-6531-87A5-25B7E78F5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ED13-21CF-F14F-F767-3F972ED5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8" y="90488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9C240479-F757-E5C0-5664-790CE6214E86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0DA8358-CABE-4480-48E4-FFB95D587150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15397C-901B-81B6-9254-91B0B492F598}"/>
              </a:ext>
            </a:extLst>
          </p:cNvPr>
          <p:cNvSpPr txBox="1"/>
          <p:nvPr/>
        </p:nvSpPr>
        <p:spPr>
          <a:xfrm>
            <a:off x="2150244" y="6123543"/>
            <a:ext cx="19264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Fig-2 –Dashboard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754F9AE-CC5F-B74F-A5D2-005E50C65F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03" y="1008668"/>
            <a:ext cx="6016397" cy="3384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DE334E-45AF-E015-A2B9-709E24A8D2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277172"/>
            <a:ext cx="6016397" cy="3384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05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56C23-5629-62BF-D3D4-8B626B72D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D609-B2BA-9ADA-3AA8-959759CB8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8" y="90488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75B195DF-FD61-3737-D2C1-2A25973E656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E93807E-A03C-19EA-5782-E507E68C0B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E3DC78-50EC-436F-11EE-82E582DEBC67}"/>
              </a:ext>
            </a:extLst>
          </p:cNvPr>
          <p:cNvSpPr txBox="1"/>
          <p:nvPr/>
        </p:nvSpPr>
        <p:spPr>
          <a:xfrm>
            <a:off x="3597933" y="5761470"/>
            <a:ext cx="297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Fig-3 –REGISTERATION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F78CD5A-A93B-4DAF-1D28-7C25C79227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84" y="1074480"/>
            <a:ext cx="6881883" cy="4240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C5A053-FDCF-427B-0542-4DB4C5140D8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7138" y="1285248"/>
            <a:ext cx="6631578" cy="402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2833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453E1-8F58-2CB5-AA6B-4E44B3BEC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16980-C8C5-C9D7-AE41-EDBC4CD0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8" y="90488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9B05AD75-B338-242F-D9E1-1443E3D6681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55D7370-F5B7-6D98-D308-83096583E9A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84F50A-6AD4-DB65-4C3D-DAC8C69C7481}"/>
              </a:ext>
            </a:extLst>
          </p:cNvPr>
          <p:cNvSpPr txBox="1"/>
          <p:nvPr/>
        </p:nvSpPr>
        <p:spPr>
          <a:xfrm>
            <a:off x="3597933" y="5761470"/>
            <a:ext cx="297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Fig-4 –MATCHING ORGAN 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2F6530-1CCB-891E-5DDB-585A4A7CF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21" y="838986"/>
            <a:ext cx="6450394" cy="42994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3CAA73C-BA07-5341-C22C-5C30543147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870" y="838986"/>
            <a:ext cx="5353409" cy="4299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378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8973E-0FF7-B49D-97CA-3CF6E8F3A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CB2E6-D22B-2213-17D6-233028930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7918" y="90488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D8E4BEE-0572-7F99-1C26-6832DD8F96D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1D5AD024-3919-4EB5-81DA-5206CC2D217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7A7BCA-68E1-B72F-F15A-E9A67F067BA7}"/>
              </a:ext>
            </a:extLst>
          </p:cNvPr>
          <p:cNvSpPr txBox="1"/>
          <p:nvPr/>
        </p:nvSpPr>
        <p:spPr>
          <a:xfrm>
            <a:off x="4123898" y="6121181"/>
            <a:ext cx="31664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Fig-5 –Recipient Request and Donor Reply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81BC01-508F-E98C-2736-DC605DB622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99" y="1225484"/>
            <a:ext cx="5597428" cy="3148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2294536-F313-56E9-E885-B22F372E9B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135" y="2416884"/>
            <a:ext cx="6334036" cy="356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66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E28CC-1E69-1204-5D1F-244E279DA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9B0AC93-CFA0-AA1E-1477-8E6D02B95B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02" y="3429000"/>
            <a:ext cx="5580668" cy="31391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DE43B14-1FF0-09E7-C880-0C2130BCFD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6096000" cy="3429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24CEE-E7E0-421B-AE48-42A4E06E0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039" y="-47200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9BE71C4-1EEA-B547-AB6E-D69ED5DCCBBA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CB6783B3-273B-C50C-D98B-F8E90E908410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300AAE-2C41-0CCC-80F8-6F420E449CBB}"/>
              </a:ext>
            </a:extLst>
          </p:cNvPr>
          <p:cNvSpPr txBox="1"/>
          <p:nvPr/>
        </p:nvSpPr>
        <p:spPr>
          <a:xfrm>
            <a:off x="4283487" y="6350465"/>
            <a:ext cx="297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Fig-6 –ADMIN PORTAL 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E53E08-2BB8-2651-2657-A058F72B16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16" y="727198"/>
            <a:ext cx="5580666" cy="3139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4BAE5AA-28BD-49C4-5679-FEB4C8A94B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5707930" y="694204"/>
            <a:ext cx="5580667" cy="313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790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2FE8A-C1BA-B6AC-4F7F-BAE7EDB13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3F6E0482-5B03-8570-3AAB-83C199532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992" y="3676453"/>
            <a:ext cx="5094665" cy="2865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AD1554-B5CF-B06D-7235-F385C3CEF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039" y="-47200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5452BE18-CF63-0501-B772-A29967DDC214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108FB953-E198-AB2C-2B13-B2DADDFE62E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3470AEB-87DD-FD7D-94F2-35D82D3334C8}"/>
              </a:ext>
            </a:extLst>
          </p:cNvPr>
          <p:cNvSpPr txBox="1"/>
          <p:nvPr/>
        </p:nvSpPr>
        <p:spPr>
          <a:xfrm>
            <a:off x="4283487" y="6350465"/>
            <a:ext cx="2977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Fig-6 –ADMIN PORTAL 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700A00-ABAF-8A06-639A-81928A1550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992" y="810704"/>
            <a:ext cx="5094665" cy="28657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7EF83-910D-F726-0ADE-9387A5975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1657" y="701299"/>
            <a:ext cx="5409909" cy="304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078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190D19-6364-8DA2-470E-546C40954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85007B8B-B7BD-1D0D-D3F7-2327AB777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7326" y="3501149"/>
            <a:ext cx="6706409" cy="335685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99EB148-C30B-AFD6-E61A-247DC1754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56" y="3849917"/>
            <a:ext cx="5186835" cy="291759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4A23D5-87A1-8CC3-9B81-5690B4DC3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1039" y="-47200"/>
            <a:ext cx="4110086" cy="74849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62FD050-333A-8912-3DB5-451031E8B57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6992" y="90488"/>
            <a:ext cx="493606" cy="610810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72B4FF8-CE0C-12A4-B296-85CAB769D066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340445" y="90488"/>
            <a:ext cx="768271" cy="6367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A13BC7E-F4E1-D56F-4F0E-35391C0CEAA9}"/>
              </a:ext>
            </a:extLst>
          </p:cNvPr>
          <p:cNvSpPr txBox="1"/>
          <p:nvPr/>
        </p:nvSpPr>
        <p:spPr>
          <a:xfrm>
            <a:off x="6934346" y="109167"/>
            <a:ext cx="29779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Fig-7 –ABOUT PAGE and CONTACT PAGE </a:t>
            </a:r>
            <a:endParaRPr lang="en-IN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52A8844-1E90-123B-D488-5AE74403E3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265" y="809699"/>
            <a:ext cx="5967735" cy="33568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E1497F1-37B1-63AF-C3C1-EA683FFD57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6082" y="701298"/>
            <a:ext cx="6475246" cy="364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513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8A27-D7AF-D471-2C33-E32084851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87" y="114299"/>
            <a:ext cx="10515600" cy="1325563"/>
          </a:xfrm>
        </p:spPr>
        <p:txBody>
          <a:bodyPr/>
          <a:lstStyle/>
          <a:p>
            <a:r>
              <a:rPr lang="en-IN" b="1" dirty="0"/>
              <a:t>                 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FA4A58-E079-F8E9-0DBF-63BE925DDFF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40264" y="1712570"/>
            <a:ext cx="9030877" cy="4606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Matching: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fast and accurate donor–recipient matching based on important compatibility factors.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Priority-Based Allocation: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gives higher priority to recipients with greater medical urgency.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Manual Effort: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Graph-based algorithms simplify the matching process and reduce time-consuming manual work.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Organ Donation: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supports transparent, reliable, and efficient organ allocation for better donation management.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3">
            <a:extLst>
              <a:ext uri="{FF2B5EF4-FFF2-40B4-BE49-F238E27FC236}">
                <a16:creationId xmlns:a16="http://schemas.microsoft.com/office/drawing/2014/main" id="{FFDE3F41-34A0-DA24-EA20-A45E25A9070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891" y="114299"/>
            <a:ext cx="987213" cy="113347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19295BB1-0881-2D21-F3F5-C29FB030670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72775" y="114299"/>
            <a:ext cx="14192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440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83843-E21E-1CB7-933A-02F42BF2A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151A0-51FE-73F4-7039-6EDE75A9D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/>
                <a:cs typeface="Times New Roman"/>
              </a:rPr>
              <a:t>                 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A27EF-5D9A-70D4-E400-8409B29EC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554228"/>
            <a:ext cx="9776380" cy="4809265"/>
          </a:xfrm>
        </p:spPr>
        <p:txBody>
          <a:bodyPr vert="horz" lIns="91440" tIns="45720" rIns="91440" bIns="45720" rtlCol="0" anchor="t">
            <a:noAutofit/>
          </a:bodyPr>
          <a:lstStyle/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Medical Matching: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 additional medical factors such as tissue compatibility, age, and clinical condition for more accurate matching. </a:t>
            </a:r>
          </a:p>
          <a:p>
            <a:pPr lvl="0"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Prediction: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 artificial intelligence and machine learning to predict suitable matches and improve allocation decisions.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mobile application to allow donors, recipients, hospitals, and administrators to access the system anytime.</a:t>
            </a: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>
              <a:buFont typeface="Wingdings" panose="05000000000000000000" pitchFamily="2" charset="2"/>
              <a:buChar char="v"/>
            </a:pPr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Cross-City Organ Tracking:</a:t>
            </a: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the organ’s movement between different cities and hospitals to ensure safe, timely, and transparent transportation. </a:t>
            </a:r>
          </a:p>
          <a:p>
            <a:pPr lvl="0" algn="just"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v"/>
            </a:pPr>
            <a:endParaRPr lang="en-IN" sz="2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07CB1885-212E-2EF1-DABD-42B16098259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38" y="87158"/>
            <a:ext cx="682929" cy="940748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01DB3BCE-CBBC-A8CF-37E5-B3012141FD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91754" y="160761"/>
            <a:ext cx="900246" cy="86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4944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1085C-D350-9E5B-320E-5B8B0E5BA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7B20B3-EFE4-0EC0-21B2-2755F38E9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>
                <a:latin typeface="Times New Roman"/>
                <a:cs typeface="Times New Roman"/>
              </a:rPr>
              <a:t>R                        REFERENCE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2AA3B-E2E3-4FB0-2233-BCD149536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3687648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Roy, Siddhartha, Subhajit Ghosh¹, and Sandip Mandal. "Designing a Blockchain and IoT-Based Framework for Real-Time Organ Donation."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Mining and Information Security: Proceedings of ICDMIS 2025, Volume 2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 (2026): 365.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Duggegowda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(2025). AI empowered federated learning approach with blockchain for secure and transparent EHR based organ donation network.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System Assurance Engineering and Management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1-18.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Bawa, Geet, and Hardeep Singh. "Revolutionizing Organ Transplantation Logistics through Blockchain, Smart Contracts, and Internet of Medical Things-driven System."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Indian Journal of Transplantation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20, no. 2 (2026): 183-195.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H., Yadav, D., Agrawal, K., Panwar, A., &amp; Singh, G. (2026, February).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Organixis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Blockchain Based Organ Donation System.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International Conference on Computing, Sciences and Communications (ICCSC)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(pp. 1-6). IEEE.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Wagh,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Rajneel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Atharva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Rajpurkar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Pooja Makhijani, and Nabanita Mandal. "Analysis of Organ Donation Willingness in India: a Counterfactuals Approach." In 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 4th International Conference on Intelligent Data Communication Technologies and Internet of Things (</a:t>
            </a:r>
            <a:r>
              <a:rPr lang="en-IN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IDCIoT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pp. 1609-1615. IEEE, 2026.</a:t>
            </a:r>
            <a:endParaRPr lang="en-IN" sz="2000" dirty="0"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</a:endParaRP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113FEE65-113C-7594-3B22-88C1ED05555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4474F526-5DD6-788A-101D-570FDA60CC59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68980" y="494506"/>
            <a:ext cx="1419225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022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24807-C2EE-8AE1-1A6A-EF96EF97E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DAEA4-62AA-C5A1-7CC3-03F0418C9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76621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/>
                <a:cs typeface="Times New Roman"/>
              </a:rPr>
              <a:t>                     </a:t>
            </a: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br>
              <a:rPr lang="en-IN" dirty="0">
                <a:latin typeface="Times New Roman"/>
                <a:cs typeface="Times New Roman"/>
              </a:rPr>
            </a:br>
            <a:r>
              <a:rPr lang="en-IN" dirty="0">
                <a:latin typeface="Times New Roman"/>
                <a:cs typeface="Times New Roman"/>
              </a:rPr>
              <a:t>                          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651B7A94-5D6F-8903-5D7E-38B5FAFBECFE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93" y="228176"/>
            <a:ext cx="987213" cy="1133475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5D366F29-16EC-A742-A251-AA1528CA2B9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28182" y="294851"/>
            <a:ext cx="1419225" cy="1066800"/>
          </a:xfrm>
          <a:prstGeom prst="rect">
            <a:avLst/>
          </a:prstGeom>
        </p:spPr>
      </p:pic>
      <p:pic>
        <p:nvPicPr>
          <p:cNvPr id="6" name="Picture 5" descr="Best Thank You Slide for PowerPoint and Google Slides">
            <a:extLst>
              <a:ext uri="{FF2B5EF4-FFF2-40B4-BE49-F238E27FC236}">
                <a16:creationId xmlns:a16="http://schemas.microsoft.com/office/drawing/2014/main" id="{5EFE22B4-9940-AF94-AE6A-498EF5309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3878" y="1811271"/>
            <a:ext cx="6858000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896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346</TotalTime>
  <Words>1927</Words>
  <Application>Microsoft Office PowerPoint</Application>
  <PresentationFormat>Widescreen</PresentationFormat>
  <Paragraphs>187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2" baseType="lpstr">
      <vt:lpstr>Arial</vt:lpstr>
      <vt:lpstr>Calibri</vt:lpstr>
      <vt:lpstr>Calibri Light</vt:lpstr>
      <vt:lpstr>Cambria</vt:lpstr>
      <vt:lpstr>Times New Roman</vt:lpstr>
      <vt:lpstr>Wingdings</vt:lpstr>
      <vt:lpstr>Office Theme</vt:lpstr>
      <vt:lpstr>PowerPoint Presentation</vt:lpstr>
      <vt:lpstr>ABSTRACT</vt:lpstr>
      <vt:lpstr>                    INTRODUCTION</vt:lpstr>
      <vt:lpstr>                          OBJECTIVES</vt:lpstr>
      <vt:lpstr>                          LITERATURE REVIEW</vt:lpstr>
      <vt:lpstr>PPROBLEM IDENTIFICATION AND ANALYSIS</vt:lpstr>
      <vt:lpstr>MODULES</vt:lpstr>
      <vt:lpstr>                                 DATASET USED </vt:lpstr>
      <vt:lpstr>   SYSTEM ARCHITECTURE</vt:lpstr>
      <vt:lpstr>    SOLUTION DESIGN AND IMPLEMENTATION </vt:lpstr>
      <vt:lpstr>MODULE-1 DONOR and RECIPIENT REGISTRATION and MEDICAL PROFILE MANAGEMENT</vt:lpstr>
      <vt:lpstr>CODE</vt:lpstr>
      <vt:lpstr>PowerPoint Presentation</vt:lpstr>
      <vt:lpstr>  MODULE 2 GRAPH-BASED ORGAN MATCHING and PRIRITY OPTIMIZATION</vt:lpstr>
      <vt:lpstr>PowerPoint Presentation</vt:lpstr>
      <vt:lpstr>CODE</vt:lpstr>
      <vt:lpstr>  MODULE 3 SMART ORGAN–RECIPIENT ORGAN MATCHING and COMPATIBILITY ANALYSIS</vt:lpstr>
      <vt:lpstr>CODE</vt:lpstr>
      <vt:lpstr>  MODULE 4 ORGAN REQUEST, APPROVAL and STATUS MANAGEMENT</vt:lpstr>
      <vt:lpstr>CODE</vt:lpstr>
      <vt:lpstr>MODULE 5 GRAPH-BASED MATCHING, PRIORITY SCORING and ALLOCATION </vt:lpstr>
      <vt:lpstr>CODE</vt:lpstr>
      <vt:lpstr>RESULTS AND RECOMMENDATION</vt:lpstr>
      <vt:lpstr>                OUTPUT</vt:lpstr>
      <vt:lpstr>OUTPUT</vt:lpstr>
      <vt:lpstr>OUTPUT</vt:lpstr>
      <vt:lpstr>OUTPUT</vt:lpstr>
      <vt:lpstr>OUTPUT</vt:lpstr>
      <vt:lpstr>OUTPUT</vt:lpstr>
      <vt:lpstr>OUTPUT</vt:lpstr>
      <vt:lpstr>OUTPUT</vt:lpstr>
      <vt:lpstr>                       CONCLUSION</vt:lpstr>
      <vt:lpstr>                  FUTURE SCOPE</vt:lpstr>
      <vt:lpstr>R                        REFERENCE</vt:lpstr>
      <vt:lpstr>                     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Sumalatha DK</dc:creator>
  <cp:lastModifiedBy>Sree Sree</cp:lastModifiedBy>
  <cp:revision>15</cp:revision>
  <dcterms:created xsi:type="dcterms:W3CDTF">2026-02-05T02:44:07Z</dcterms:created>
  <dcterms:modified xsi:type="dcterms:W3CDTF">2026-08-25T17:49:41Z</dcterms:modified>
</cp:coreProperties>
</file>